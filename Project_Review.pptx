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slideMasters/slideMaster1.xml" ContentType="application/vnd.openxmlformats-officedocument.presentationml.slideMaster+xml"/>
  <Override PartName="/ppt/slideMasters/slideMaster12.xml" ContentType="application/vnd.openxmlformats-officedocument.presentationml.slideMaster+xml"/>
  <Override PartName="/ppt/theme/theme1.xml" ContentType="application/vnd.openxmlformats-officedocument.theme+xml"/>
  <Override PartName="/ppt/theme/theme23.xml" ContentType="application/vnd.openxmlformats-officedocument.theme+xml"/>
  <Override PartName="/ppt/theme/theme2.xml" ContentType="application/vnd.openxmlformats-officedocument.theme+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22.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3.svg" ContentType="image/sv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2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pPr algn="ctr" defTabSz="914400">
              <a:lnSpc>
                <a:spcPct val="90000"/>
              </a:lnSpc>
            </a:pPr>
            <a:r>
              <a:rPr lang="en-US" sz="6000" b="0" u="none" strike="noStrike">
                <a:solidFill>
                  <a:schemeClr val="dk1"/>
                </a:solidFill>
                <a:effectLst/>
                <a:uFillTx/>
                <a:latin typeface="Aptos Display"/>
              </a:rPr>
              <a:t>Click to move the slide</a:t>
            </a:r>
            <a:endParaRPr lang="en-US" sz="6000" b="0" u="none" strike="noStrike">
              <a:solidFill>
                <a:schemeClr val="dk1"/>
              </a:solidFill>
              <a:effectLst/>
              <a:uFillTx/>
              <a:latin typeface="Aptos Display"/>
            </a:endParaRPr>
          </a:p>
        </p:txBody>
      </p:sp>
      <p:sp>
        <p:nvSpPr>
          <p:cNvPr id="12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2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24" name="PlaceHolder 4"/>
          <p:cNvSpPr>
            <a:spLocks noGrp="1"/>
          </p:cNvSpPr>
          <p:nvPr>
            <p:ph type="dt" idx="67"/>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25" name="PlaceHolder 5"/>
          <p:cNvSpPr>
            <a:spLocks noGrp="1"/>
          </p:cNvSpPr>
          <p:nvPr>
            <p:ph type="ftr" idx="68"/>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6" name="PlaceHolder 6"/>
          <p:cNvSpPr>
            <a:spLocks noGrp="1"/>
          </p:cNvSpPr>
          <p:nvPr>
            <p:ph type="sldNum" idx="69"/>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A1FF1F06-B7D0-4D68-A199-8452DDB39567}"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sldImg"/>
          </p:nvPr>
        </p:nvSpPr>
        <p:spPr>
          <a:xfrm>
            <a:off x="685800" y="1143000"/>
            <a:ext cx="5486040" cy="3085920"/>
          </a:xfrm>
          <a:prstGeom prst="rect">
            <a:avLst/>
          </a:prstGeom>
          <a:ln w="0">
            <a:noFill/>
          </a:ln>
        </p:spPr>
      </p:sp>
      <p:sp>
        <p:nvSpPr>
          <p:cNvPr id="1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87" name="PlaceHolder 3"/>
          <p:cNvSpPr>
            <a:spLocks noGrp="1"/>
          </p:cNvSpPr>
          <p:nvPr>
            <p:ph type="sldNum" idx="7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1EE93FAF-CE73-49AC-8931-FC1BFA2BB64B}" type="slidenum">
              <a:rPr lang="en-IN" sz="1200" b="0" u="none" strike="noStrike">
                <a:solidFill>
                  <a:srgbClr val="000000"/>
                </a:solidFill>
                <a:effectLst/>
                <a:uFillTx/>
                <a:latin typeface="Times New Roman"/>
              </a:rPr>
              <a:t>2</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685800" y="1143000"/>
            <a:ext cx="5486040" cy="3085920"/>
          </a:xfrm>
          <a:prstGeom prst="rect">
            <a:avLst/>
          </a:prstGeom>
          <a:ln w="0">
            <a:noFill/>
          </a:ln>
        </p:spPr>
      </p:sp>
      <p:sp>
        <p:nvSpPr>
          <p:cNvPr id="1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90" name="PlaceHolder 3"/>
          <p:cNvSpPr>
            <a:spLocks noGrp="1"/>
          </p:cNvSpPr>
          <p:nvPr>
            <p:ph type="sldNum" idx="7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IN" sz="1200" b="0" u="none" strike="noStrike">
                <a:solidFill>
                  <a:srgbClr val="000000"/>
                </a:solidFill>
                <a:effectLst/>
                <a:uFillTx/>
                <a:latin typeface="Times New Roman"/>
              </a:defRPr>
            </a:lvl1pPr>
          </a:lstStyle>
          <a:p>
            <a:pPr indent="0" algn="r">
              <a:lnSpc>
                <a:spcPct val="100000"/>
              </a:lnSpc>
              <a:buNone/>
            </a:pPr>
            <a:fld id="{399E1681-DE3B-4371-8375-A997B1199262}" type="slidenum">
              <a:rPr lang="en-IN" sz="1200" b="0" u="none" strike="noStrike">
                <a:solidFill>
                  <a:srgbClr val="000000"/>
                </a:solidFill>
                <a:effectLst/>
                <a:uFillTx/>
                <a:latin typeface="Times New Roman"/>
              </a:rPr>
              <a:t>2</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Aptos Display"/>
              </a:defRPr>
            </a:lvl1pPr>
          </a:lstStyle>
          <a:p>
            <a:pPr indent="0" algn="ctr" defTabSz="914400">
              <a:lnSpc>
                <a:spcPct val="90000"/>
              </a:lnSpc>
              <a:buNone/>
            </a:pPr>
            <a:r>
              <a:rPr lang="en-US" sz="6000" b="0" u="none" strike="noStrike">
                <a:solidFill>
                  <a:schemeClr val="dk1"/>
                </a:solidFill>
                <a:effectLst/>
                <a:uFillTx/>
                <a:latin typeface="Aptos Display"/>
              </a:rPr>
              <a:t>Click </a:t>
            </a:r>
            <a:r>
              <a:rPr lang="en-US" sz="6000" b="0" u="none" strike="noStrike">
                <a:solidFill>
                  <a:schemeClr val="dk1"/>
                </a:solidFill>
                <a:effectLst/>
                <a:uFillTx/>
                <a:latin typeface="Aptos Display"/>
              </a:rPr>
              <a:t>to edit </a:t>
            </a:r>
            <a:r>
              <a:rPr lang="en-US" sz="6000" b="0" u="none" strike="noStrike">
                <a:solidFill>
                  <a:schemeClr val="dk1"/>
                </a:solidFill>
                <a:effectLst/>
                <a:uFillTx/>
                <a:latin typeface="Aptos Display"/>
              </a:rPr>
              <a:t>Maste</a:t>
            </a:r>
            <a:r>
              <a:rPr lang="en-US" sz="6000" b="0" u="none" strike="noStrike">
                <a:solidFill>
                  <a:schemeClr val="dk1"/>
                </a:solidFill>
                <a:effectLst/>
                <a:uFillTx/>
                <a:latin typeface="Aptos Display"/>
              </a:rPr>
              <a:t>r title </a:t>
            </a:r>
            <a:r>
              <a:rPr lang="en-US" sz="6000" b="0" u="none" strike="noStrike">
                <a:solidFill>
                  <a:schemeClr val="dk1"/>
                </a:solidFill>
                <a:effectLst/>
                <a:uFillTx/>
                <a:latin typeface="Aptos Display"/>
              </a:rPr>
              <a:t>style</a:t>
            </a:r>
            <a:endParaRPr lang="en-US" sz="6000" b="0" u="none" strike="noStrike">
              <a:solidFill>
                <a:schemeClr val="dk1"/>
              </a:solidFill>
              <a:effectLst/>
              <a:uFillTx/>
              <a:latin typeface="Aptos Display"/>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E119B4C4-70A3-423A-B2E0-3683EAB9B22C}"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a:t>
            </a:r>
            <a:r>
              <a:rPr lang="en-US" sz="4400" b="0" u="none" strike="noStrike">
                <a:solidFill>
                  <a:schemeClr val="dk1"/>
                </a:solidFill>
                <a:effectLst/>
                <a:uFillTx/>
                <a:latin typeface="Aptos Display"/>
              </a:rPr>
              <a:t>edit </a:t>
            </a:r>
            <a:r>
              <a:rPr lang="en-US" sz="4400" b="0" u="none" strike="noStrike">
                <a:solidFill>
                  <a:schemeClr val="dk1"/>
                </a:solidFill>
                <a:effectLst/>
                <a:uFillTx/>
                <a:latin typeface="Aptos Display"/>
              </a:rPr>
              <a:t>Master </a:t>
            </a:r>
            <a:r>
              <a:rPr lang="en-US" sz="4400" b="0" u="none" strike="noStrike">
                <a:solidFill>
                  <a:schemeClr val="dk1"/>
                </a:solidFill>
                <a:effectLst/>
                <a:uFillTx/>
                <a:latin typeface="Aptos Display"/>
              </a:rPr>
              <a:t>title </a:t>
            </a:r>
            <a:r>
              <a:rPr lang="en-US" sz="4400" b="0" u="none" strike="noStrike">
                <a:solidFill>
                  <a:schemeClr val="dk1"/>
                </a:solidFill>
                <a:effectLst/>
                <a:uFillTx/>
                <a:latin typeface="Aptos Display"/>
              </a:rPr>
              <a:t>style</a:t>
            </a:r>
            <a:endParaRPr lang="en-US" sz="4400" b="0" u="none" strike="noStrike">
              <a:solidFill>
                <a:schemeClr val="dk1"/>
              </a:solidFill>
              <a:effectLst/>
              <a:uFillTx/>
              <a:latin typeface="Aptos Display"/>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0E5EBB8B-7386-40C6-910D-99F6637E3B54}"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tIns="45720" rIns="91440" bIns="45720" anchor="ctr" vert="eaVert">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a:t>
            </a:r>
            <a:r>
              <a:rPr lang="en-US" sz="4400" b="0" u="none" strike="noStrike">
                <a:solidFill>
                  <a:schemeClr val="dk1"/>
                </a:solidFill>
                <a:effectLst/>
                <a:uFillTx/>
                <a:latin typeface="Aptos Display"/>
              </a:rPr>
              <a:t>to </a:t>
            </a:r>
            <a:r>
              <a:rPr lang="en-US" sz="4400" b="0" u="none" strike="noStrike">
                <a:solidFill>
                  <a:schemeClr val="dk1"/>
                </a:solidFill>
                <a:effectLst/>
                <a:uFillTx/>
                <a:latin typeface="Aptos Display"/>
              </a:rPr>
              <a:t>edit </a:t>
            </a:r>
            <a:r>
              <a:rPr lang="en-US" sz="4400" b="0" u="none" strike="noStrike">
                <a:solidFill>
                  <a:schemeClr val="dk1"/>
                </a:solidFill>
                <a:effectLst/>
                <a:uFillTx/>
                <a:latin typeface="Aptos Display"/>
              </a:rPr>
              <a:t>Mast</a:t>
            </a:r>
            <a:r>
              <a:rPr lang="en-US" sz="4400" b="0" u="none" strike="noStrike">
                <a:solidFill>
                  <a:schemeClr val="dk1"/>
                </a:solidFill>
                <a:effectLst/>
                <a:uFillTx/>
                <a:latin typeface="Aptos Display"/>
              </a:rPr>
              <a:t>er </a:t>
            </a:r>
            <a:r>
              <a:rPr lang="en-US" sz="4400" b="0" u="none" strike="noStrike">
                <a:solidFill>
                  <a:schemeClr val="dk1"/>
                </a:solidFill>
                <a:effectLst/>
                <a:uFillTx/>
                <a:latin typeface="Aptos Display"/>
              </a:rPr>
              <a:t>title </a:t>
            </a:r>
            <a:r>
              <a:rPr lang="en-US" sz="4400" b="0" u="none" strike="noStrike">
                <a:solidFill>
                  <a:schemeClr val="dk1"/>
                </a:solidFill>
                <a:effectLst/>
                <a:uFillTx/>
                <a:latin typeface="Aptos Display"/>
              </a:rPr>
              <a:t>style</a:t>
            </a:r>
            <a:endParaRPr lang="en-US" sz="4400" b="0" u="none" strike="noStrike">
              <a:solidFill>
                <a:schemeClr val="dk1"/>
              </a:solidFill>
              <a:effectLst/>
              <a:uFillTx/>
              <a:latin typeface="Aptos Display"/>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788198AE-63F3-4CDC-BF27-EFD8DF0DEB6A}"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a:t>
            </a:r>
            <a:r>
              <a:rPr lang="en-US" sz="4400" b="0" u="none" strike="noStrike">
                <a:solidFill>
                  <a:schemeClr val="dk1"/>
                </a:solidFill>
                <a:effectLst/>
                <a:uFillTx/>
                <a:latin typeface="Aptos Display"/>
              </a:rPr>
              <a:t>edit </a:t>
            </a:r>
            <a:r>
              <a:rPr lang="en-US" sz="4400" b="0" u="none" strike="noStrike">
                <a:solidFill>
                  <a:schemeClr val="dk1"/>
                </a:solidFill>
                <a:effectLst/>
                <a:uFillTx/>
                <a:latin typeface="Aptos Display"/>
              </a:rPr>
              <a:t>Master </a:t>
            </a:r>
            <a:r>
              <a:rPr lang="en-US" sz="4400" b="0" u="none" strike="noStrike">
                <a:solidFill>
                  <a:schemeClr val="dk1"/>
                </a:solidFill>
                <a:effectLst/>
                <a:uFillTx/>
                <a:latin typeface="Aptos Display"/>
              </a:rPr>
              <a:t>title </a:t>
            </a:r>
            <a:r>
              <a:rPr lang="en-US" sz="4400" b="0" u="none" strike="noStrike">
                <a:solidFill>
                  <a:schemeClr val="dk1"/>
                </a:solidFill>
                <a:effectLst/>
                <a:uFillTx/>
                <a:latin typeface="Aptos Display"/>
              </a:rPr>
              <a:t>style</a:t>
            </a:r>
            <a:endParaRPr lang="en-US" sz="4400" b="0" u="none" strike="noStrike">
              <a:solidFill>
                <a:schemeClr val="dk1"/>
              </a:solidFill>
              <a:effectLst/>
              <a:uFillTx/>
              <a:latin typeface="Aptos Display"/>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0274AB56-53C3-4663-AEE5-48A481863AE1}"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Aptos Display"/>
              </a:defRPr>
            </a:lvl1pPr>
          </a:lstStyle>
          <a:p>
            <a:pPr indent="0" algn="l" defTabSz="914400">
              <a:lnSpc>
                <a:spcPct val="90000"/>
              </a:lnSpc>
              <a:buNone/>
            </a:pPr>
            <a:r>
              <a:rPr lang="en-US" sz="6000" b="0" u="none" strike="noStrike">
                <a:solidFill>
                  <a:schemeClr val="dk1"/>
                </a:solidFill>
                <a:effectLst/>
                <a:uFillTx/>
                <a:latin typeface="Aptos Display"/>
              </a:rPr>
              <a:t>Click </a:t>
            </a:r>
            <a:r>
              <a:rPr lang="en-US" sz="6000" b="0" u="none" strike="noStrike">
                <a:solidFill>
                  <a:schemeClr val="dk1"/>
                </a:solidFill>
                <a:effectLst/>
                <a:uFillTx/>
                <a:latin typeface="Aptos Display"/>
              </a:rPr>
              <a:t>to edit </a:t>
            </a:r>
            <a:r>
              <a:rPr lang="en-US" sz="6000" b="0" u="none" strike="noStrike">
                <a:solidFill>
                  <a:schemeClr val="dk1"/>
                </a:solidFill>
                <a:effectLst/>
                <a:uFillTx/>
                <a:latin typeface="Aptos Display"/>
              </a:rPr>
              <a:t>Maste</a:t>
            </a:r>
            <a:r>
              <a:rPr lang="en-US" sz="6000" b="0" u="none" strike="noStrike">
                <a:solidFill>
                  <a:schemeClr val="dk1"/>
                </a:solidFill>
                <a:effectLst/>
                <a:uFillTx/>
                <a:latin typeface="Aptos Display"/>
              </a:rPr>
              <a:t>r title </a:t>
            </a:r>
            <a:r>
              <a:rPr lang="en-US" sz="6000" b="0" u="none" strike="noStrike">
                <a:solidFill>
                  <a:schemeClr val="dk1"/>
                </a:solidFill>
                <a:effectLst/>
                <a:uFillTx/>
                <a:latin typeface="Aptos Display"/>
              </a:rPr>
              <a:t>style</a:t>
            </a:r>
            <a:endParaRPr lang="en-US" sz="6000" b="0" u="none" strike="noStrike">
              <a:solidFill>
                <a:schemeClr val="dk1"/>
              </a:solidFill>
              <a:effectLst/>
              <a:uFillTx/>
              <a:latin typeface="Aptos Display"/>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82000"/>
                  </a:schemeClr>
                </a:solidFill>
                <a:effectLst/>
                <a:uFillTx/>
                <a:latin typeface="Aptos"/>
              </a:defRPr>
            </a:lvl1pPr>
          </a:lstStyle>
          <a:p>
            <a:pPr indent="0" algn="l" defTabSz="914400">
              <a:lnSpc>
                <a:spcPct val="90000"/>
              </a:lnSpc>
              <a:spcBef>
                <a:spcPts val="1001"/>
              </a:spcBef>
              <a:buNone/>
              <a:tabLst>
                <a:tab pos="0" algn="l"/>
              </a:tabLst>
            </a:pPr>
            <a:r>
              <a:rPr lang="en-US" sz="2400" b="0" u="none" strike="noStrike">
                <a:solidFill>
                  <a:schemeClr val="dk1">
                    <a:tint val="82000"/>
                  </a:schemeClr>
                </a:solidFill>
                <a:effectLst/>
                <a:uFillTx/>
                <a:latin typeface="Aptos"/>
              </a:rPr>
              <a:t>Click to edit Master text styles</a:t>
            </a:r>
            <a:endParaRPr lang="en-US" sz="2400" b="0" u="none" strike="noStrike">
              <a:solidFill>
                <a:schemeClr val="dk1">
                  <a:tint val="82000"/>
                </a:schemeClr>
              </a:solidFill>
              <a:effectLst/>
              <a:uFillTx/>
              <a:latin typeface="Aptos"/>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F452582C-B70E-4323-8999-89685F1623C3}"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a:t>
            </a:r>
            <a:r>
              <a:rPr lang="en-US" sz="4400" b="0" u="none" strike="noStrike">
                <a:solidFill>
                  <a:schemeClr val="dk1"/>
                </a:solidFill>
                <a:effectLst/>
                <a:uFillTx/>
                <a:latin typeface="Aptos Display"/>
              </a:rPr>
              <a:t>to edit </a:t>
            </a:r>
            <a:r>
              <a:rPr lang="en-US" sz="4400" b="0" u="none" strike="noStrike">
                <a:solidFill>
                  <a:schemeClr val="dk1"/>
                </a:solidFill>
                <a:effectLst/>
                <a:uFillTx/>
                <a:latin typeface="Aptos Display"/>
              </a:rPr>
              <a:t>Maste</a:t>
            </a:r>
            <a:r>
              <a:rPr lang="en-US" sz="4400" b="0" u="none" strike="noStrike">
                <a:solidFill>
                  <a:schemeClr val="dk1"/>
                </a:solidFill>
                <a:effectLst/>
                <a:uFillTx/>
                <a:latin typeface="Aptos Display"/>
              </a:rPr>
              <a:t>r title </a:t>
            </a:r>
            <a:r>
              <a:rPr lang="en-US" sz="4400" b="0" u="none" strike="noStrike">
                <a:solidFill>
                  <a:schemeClr val="dk1"/>
                </a:solidFill>
                <a:effectLst/>
                <a:uFillTx/>
                <a:latin typeface="Aptos Display"/>
              </a:rPr>
              <a:t>style</a:t>
            </a:r>
            <a:endParaRPr lang="en-US" sz="4400" b="0" u="none" strike="noStrike">
              <a:solidFill>
                <a:schemeClr val="dk1"/>
              </a:solidFill>
              <a:effectLst/>
              <a:uFillTx/>
              <a:latin typeface="Aptos Display"/>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A9DDD616-5DCE-4A99-8872-1A414AF90204}"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CF8C1FA3-5E0D-4772-ABFA-4CE7F6E9D94F}"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7506DF80-B1CA-458C-AF3F-59A6E37AFD53}"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3F086FC6-AA5D-4DF9-9E79-62E5CEA0187F}"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
        <p:nvSpPr>
          <p:cNvPr id="48"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en-US" sz="4400" b="0" u="none" strike="noStrike">
                <a:solidFill>
                  <a:schemeClr val="dk1"/>
                </a:solidFill>
                <a:effectLst/>
                <a:uFillTx/>
                <a:latin typeface="Aptos Display"/>
              </a:defRPr>
            </a:lvl1pPr>
          </a:lstStyle>
          <a:p>
            <a:pPr indent="0" algn="l" defTabSz="914400">
              <a:lnSpc>
                <a:spcPct val="90000"/>
              </a:lnSpc>
              <a:buNone/>
            </a:pPr>
            <a:r>
              <a:rPr lang="en-US" sz="4400" b="0" u="none" strike="noStrike">
                <a:solidFill>
                  <a:schemeClr val="dk1"/>
                </a:solidFill>
                <a:effectLst/>
                <a:uFillTx/>
                <a:latin typeface="Aptos Display"/>
              </a:rPr>
              <a:t>Click to edit the title text format</a:t>
            </a:r>
            <a:endParaRPr lang="en-US" sz="4400" b="0" u="none" strike="noStrike">
              <a:solidFill>
                <a:schemeClr val="dk1"/>
              </a:solidFill>
              <a:effectLst/>
              <a:uFillTx/>
              <a:latin typeface="Aptos Display"/>
            </a:endParaRPr>
          </a:p>
        </p:txBody>
      </p:sp>
      <p:sp>
        <p:nvSpPr>
          <p:cNvPr id="49"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Aptos Display"/>
              </a:defRPr>
            </a:lvl1pPr>
          </a:lstStyle>
          <a:p>
            <a:pPr indent="0" algn="l" defTabSz="914400">
              <a:lnSpc>
                <a:spcPct val="90000"/>
              </a:lnSpc>
              <a:buNone/>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51"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US" sz="32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US" sz="28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US" sz="24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US" sz="20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US" sz="2000" b="0" u="none" strike="noStrike">
              <a:solidFill>
                <a:schemeClr val="dk1"/>
              </a:solidFill>
              <a:effectLst/>
              <a:uFillTx/>
              <a:latin typeface="Aptos"/>
            </a:endParaRPr>
          </a:p>
        </p:txBody>
      </p:sp>
      <p:sp>
        <p:nvSpPr>
          <p:cNvPr id="52"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3"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54"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5"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49278E14-7C11-47E9-81D6-1A53D21AC16C}"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Aptos Display"/>
              </a:defRPr>
            </a:lvl1pPr>
          </a:lstStyle>
          <a:p>
            <a:pPr indent="0" algn="l" defTabSz="914400">
              <a:lnSpc>
                <a:spcPct val="90000"/>
              </a:lnSpc>
              <a:buNone/>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57"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tabLst>
                <a:tab pos="0" algn="l"/>
              </a:tabLst>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32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32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32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32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32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3200" b="0" u="none" strike="noStrike">
                <a:solidFill>
                  <a:schemeClr val="dk1"/>
                </a:solidFill>
                <a:effectLst/>
                <a:uFillTx/>
                <a:latin typeface="Aptos"/>
              </a:defRPr>
            </a:lvl7pPr>
          </a:lstStyle>
          <a:p>
            <a:pPr algn="l" defTabSz="914400">
              <a:lnSpc>
                <a:spcPct val="90000"/>
              </a:lnSpc>
              <a:spcBef>
                <a:spcPts val="1001"/>
              </a:spcBef>
              <a:buClr>
                <a:srgbClr val="000000"/>
              </a:buClr>
              <a:buFont typeface="Arial"/>
              <a:buChar char="•"/>
              <a:tabLst>
                <a:tab pos="0" algn="l"/>
              </a:tabLst>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457200" lvl="1" algn="l" defTabSz="914400">
              <a:lnSpc>
                <a:spcPct val="90000"/>
              </a:lnSpc>
              <a:spcBef>
                <a:spcPts val="499"/>
              </a:spcBef>
              <a:buClr>
                <a:srgbClr val="000000"/>
              </a:buClr>
              <a:buSzPct val="75000"/>
              <a:buFont typeface="Symbol" charset="2"/>
              <a:buChar char=""/>
            </a:pPr>
            <a:r>
              <a:rPr lang="en-US" sz="3200" b="0" u="none" strike="noStrike">
                <a:solidFill>
                  <a:schemeClr val="dk1"/>
                </a:solidFill>
                <a:effectLst/>
                <a:uFillTx/>
                <a:latin typeface="Aptos"/>
              </a:rPr>
              <a:t>Second Outline Level</a:t>
            </a:r>
            <a:endParaRPr lang="en-US" sz="3200" b="0" u="none" strike="noStrike">
              <a:solidFill>
                <a:schemeClr val="dk1"/>
              </a:solidFill>
              <a:effectLst/>
              <a:uFillTx/>
              <a:latin typeface="Aptos"/>
            </a:endParaRPr>
          </a:p>
          <a:p>
            <a:pPr marL="914400" lvl="2" algn="l" defTabSz="914400">
              <a:lnSpc>
                <a:spcPct val="90000"/>
              </a:lnSpc>
              <a:spcBef>
                <a:spcPts val="499"/>
              </a:spcBef>
              <a:buClr>
                <a:srgbClr val="000000"/>
              </a:buClr>
              <a:buSzPct val="45000"/>
              <a:buFont typeface="Wingdings" charset="2"/>
              <a:buChar char=""/>
            </a:pPr>
            <a:r>
              <a:rPr lang="en-US" sz="3200" b="0" u="none" strike="noStrike">
                <a:solidFill>
                  <a:schemeClr val="dk1"/>
                </a:solidFill>
                <a:effectLst/>
                <a:uFillTx/>
                <a:latin typeface="Aptos"/>
              </a:rPr>
              <a:t>Third Outline Level</a:t>
            </a:r>
            <a:endParaRPr lang="en-US" sz="3200" b="0" u="none" strike="noStrike">
              <a:solidFill>
                <a:schemeClr val="dk1"/>
              </a:solidFill>
              <a:effectLst/>
              <a:uFillTx/>
              <a:latin typeface="Aptos"/>
            </a:endParaRPr>
          </a:p>
          <a:p>
            <a:pPr marL="1371600" lvl="3" algn="l" defTabSz="914400">
              <a:lnSpc>
                <a:spcPct val="90000"/>
              </a:lnSpc>
              <a:spcBef>
                <a:spcPts val="499"/>
              </a:spcBef>
              <a:buClr>
                <a:srgbClr val="000000"/>
              </a:buClr>
              <a:buSzPct val="75000"/>
              <a:buFont typeface="Symbol" charset="2"/>
              <a:buChar char=""/>
            </a:pPr>
            <a:r>
              <a:rPr lang="en-US" sz="3200" b="0" u="none" strike="noStrike">
                <a:solidFill>
                  <a:schemeClr val="dk1"/>
                </a:solidFill>
                <a:effectLst/>
                <a:uFillTx/>
                <a:latin typeface="Aptos"/>
              </a:rPr>
              <a:t>Fourth Outline Level</a:t>
            </a:r>
            <a:endParaRPr lang="en-US" sz="3200" b="0" u="none" strike="noStrike">
              <a:solidFill>
                <a:schemeClr val="dk1"/>
              </a:solidFill>
              <a:effectLst/>
              <a:uFillTx/>
              <a:latin typeface="Aptos"/>
            </a:endParaRPr>
          </a:p>
          <a:p>
            <a:pPr marL="1828800" lvl="4" algn="l" defTabSz="914400">
              <a:lnSpc>
                <a:spcPct val="90000"/>
              </a:lnSpc>
              <a:spcBef>
                <a:spcPts val="499"/>
              </a:spcBef>
              <a:buClr>
                <a:srgbClr val="000000"/>
              </a:buClr>
              <a:buSzPct val="45000"/>
              <a:buFont typeface="Wingdings" charset="2"/>
              <a:buChar char=""/>
            </a:pPr>
            <a:r>
              <a:rPr lang="en-US" sz="3200" b="0" u="none" strike="noStrike">
                <a:solidFill>
                  <a:schemeClr val="dk1"/>
                </a:solidFill>
                <a:effectLst/>
                <a:uFillTx/>
                <a:latin typeface="Aptos"/>
              </a:rPr>
              <a:t>Fifth Outline Level</a:t>
            </a:r>
            <a:endParaRPr lang="en-US" sz="3200" b="0" u="none" strike="noStrike">
              <a:solidFill>
                <a:schemeClr val="dk1"/>
              </a:solidFill>
              <a:effectLst/>
              <a:uFillTx/>
              <a:latin typeface="Aptos"/>
            </a:endParaRPr>
          </a:p>
          <a:p>
            <a:pPr marL="2286000" lvl="5" algn="l"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Sixth Outline Level</a:t>
            </a:r>
            <a:endParaRPr lang="en-US" sz="3200" b="0" u="none" strike="noStrike">
              <a:solidFill>
                <a:schemeClr val="dk1"/>
              </a:solidFill>
              <a:effectLst/>
              <a:uFillTx/>
              <a:latin typeface="Aptos"/>
            </a:endParaRPr>
          </a:p>
          <a:p>
            <a:pPr marL="2743200" lvl="6" algn="l"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Seventh Outline Level</a:t>
            </a:r>
            <a:endParaRPr lang="en-US" sz="3200" b="0" u="none" strike="noStrike">
              <a:solidFill>
                <a:schemeClr val="dk1"/>
              </a:solidFill>
              <a:effectLst/>
              <a:uFillTx/>
              <a:latin typeface="Aptos"/>
            </a:endParaRPr>
          </a:p>
        </p:txBody>
      </p:sp>
      <p:sp>
        <p:nvSpPr>
          <p:cNvPr id="58"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9"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82000"/>
                  </a:schemeClr>
                </a:solidFill>
                <a:effectLst/>
                <a:uFillTx/>
                <a:latin typeface="Aptos"/>
              </a:defRPr>
            </a:lvl1pPr>
          </a:lstStyle>
          <a:p>
            <a:pPr indent="0" algn="l" defTabSz="914400">
              <a:lnSpc>
                <a:spcPct val="100000"/>
              </a:lnSpc>
              <a:buNone/>
            </a:pPr>
            <a:r>
              <a:rPr lang="en-US"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60"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1"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82000"/>
                  </a:schemeClr>
                </a:solidFill>
                <a:effectLst/>
                <a:uFillTx/>
                <a:latin typeface="Aptos"/>
              </a:defRPr>
            </a:lvl1pPr>
          </a:lstStyle>
          <a:p>
            <a:pPr indent="0" algn="r" defTabSz="914400">
              <a:lnSpc>
                <a:spcPct val="100000"/>
              </a:lnSpc>
              <a:buNone/>
            </a:pPr>
            <a:fld id="{50156E9F-7FDB-40D1-8363-F0D431F534EB}" type="slidenum">
              <a:rPr lang="en-US"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a:defRPr>
            </a:lvl1pPr>
          </a:lstStyle>
          <a:p>
            <a:pPr indent="0" algn="ctr"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Light"/>
            </a:endParaRPr>
          </a:p>
        </p:txBody>
      </p:sp>
      <p:sp>
        <p:nvSpPr>
          <p:cNvPr id="63" name="PlaceHolder 2"/>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4" name="PlaceHolder 3"/>
          <p:cNvSpPr>
            <a:spLocks noGrp="1"/>
          </p:cNvSpPr>
          <p:nvPr>
            <p:ph type="ftr" idx="35"/>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IN" sz="1200" b="0" u="none" strike="noStrike">
                <a:solidFill>
                  <a:schemeClr val="dk1">
                    <a:tint val="75000"/>
                  </a:schemeClr>
                </a:solidFill>
                <a:effectLst/>
                <a:uFillTx/>
                <a:latin typeface="Calibri"/>
              </a:defRPr>
            </a:lvl1pPr>
          </a:lstStyle>
          <a:p>
            <a:pPr indent="0" algn="ctr" defTabSz="914400">
              <a:lnSpc>
                <a:spcPct val="100000"/>
              </a:lnSpc>
              <a:buNone/>
            </a:pPr>
            <a:r>
              <a:rPr lang="en-IN"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65" name="PlaceHolder 4"/>
          <p:cNvSpPr>
            <a:spLocks noGrp="1"/>
          </p:cNvSpPr>
          <p:nvPr>
            <p:ph type="sldNum" idx="3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8E401405-F926-4472-9107-6BE7E58E7789}"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Default 1">
    <p:bg>
      <p:bgPr>
        <a:solidFill>
          <a:srgbClr val="FFFFFF"/>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6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68"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9" name="PlaceHolder 4"/>
          <p:cNvSpPr>
            <a:spLocks noGrp="1"/>
          </p:cNvSpPr>
          <p:nvPr>
            <p:ph type="ftr" idx="38"/>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IN" sz="1200" b="0" u="none" strike="noStrike">
                <a:solidFill>
                  <a:schemeClr val="dk1">
                    <a:tint val="75000"/>
                  </a:schemeClr>
                </a:solidFill>
                <a:effectLst/>
                <a:uFillTx/>
                <a:latin typeface="Calibri"/>
              </a:defRPr>
            </a:lvl1pPr>
          </a:lstStyle>
          <a:p>
            <a:pPr indent="0" algn="ctr" defTabSz="914400">
              <a:lnSpc>
                <a:spcPct val="100000"/>
              </a:lnSpc>
              <a:buNone/>
            </a:pPr>
            <a:r>
              <a:rPr lang="en-IN"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70" name="PlaceHolder 5"/>
          <p:cNvSpPr>
            <a:spLocks noGrp="1"/>
          </p:cNvSpPr>
          <p:nvPr>
            <p:ph type="sldNum" idx="3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956B1515-7FD1-4443-A267-C8EC63358E78}"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Default 2">
    <p:bg>
      <p:bgPr>
        <a:solidFill>
          <a:srgbClr val="FFFFFF"/>
        </a:solidFill>
      </p:bgPr>
    </p:bg>
    <p:spTree>
      <p:nvGrpSpPr>
        <p:cNvPr id="1" name=""/>
        <p:cNvGrpSpPr/>
        <p:nvPr/>
      </p:nvGrpSpPr>
      <p:grpSpPr>
        <a:xfrm>
          <a:off x="0" y="0"/>
          <a:ext cx="0" cy="0"/>
          <a:chOff x="0" y="0"/>
          <a:chExt cx="0" cy="0"/>
        </a:xfrm>
      </p:grpSpPr>
      <p:sp>
        <p:nvSpPr>
          <p:cNvPr id="71" name="PlaceHolder 1"/>
          <p:cNvSpPr>
            <a:spLocks noGrp="1"/>
          </p:cNvSpPr>
          <p:nvPr>
            <p:ph type="title"/>
          </p:nvPr>
        </p:nvSpPr>
        <p:spPr>
          <a:xfrm>
            <a:off x="8724960" y="365040"/>
            <a:ext cx="2628720" cy="5811480"/>
          </a:xfrm>
          <a:prstGeom prst="rect">
            <a:avLst/>
          </a:prstGeom>
          <a:noFill/>
          <a:ln w="0">
            <a:noFill/>
          </a:ln>
        </p:spPr>
        <p:txBody>
          <a:bodyPr lIns="91440" tIns="45720" rIns="91440" bIns="45720" anchor="ctr" vert="eaVert">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72" name="PlaceHolder 2"/>
          <p:cNvSpPr>
            <a:spLocks noGrp="1"/>
          </p:cNvSpPr>
          <p:nvPr>
            <p:ph type="body"/>
          </p:nvPr>
        </p:nvSpPr>
        <p:spPr>
          <a:xfrm>
            <a:off x="838080" y="365040"/>
            <a:ext cx="773388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73" name="PlaceHolder 3"/>
          <p:cNvSpPr>
            <a:spLocks noGrp="1"/>
          </p:cNvSpPr>
          <p:nvPr>
            <p:ph type="dt" idx="4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74" name="PlaceHolder 4"/>
          <p:cNvSpPr>
            <a:spLocks noGrp="1"/>
          </p:cNvSpPr>
          <p:nvPr>
            <p:ph type="ftr" idx="41"/>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IN" sz="1200" b="0" u="none" strike="noStrike">
                <a:solidFill>
                  <a:schemeClr val="dk1">
                    <a:tint val="75000"/>
                  </a:schemeClr>
                </a:solidFill>
                <a:effectLst/>
                <a:uFillTx/>
                <a:latin typeface="Calibri"/>
              </a:defRPr>
            </a:lvl1pPr>
          </a:lstStyle>
          <a:p>
            <a:pPr indent="0" algn="ctr" defTabSz="914400">
              <a:lnSpc>
                <a:spcPct val="100000"/>
              </a:lnSpc>
              <a:buNone/>
            </a:pPr>
            <a:r>
              <a:rPr lang="en-IN"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75" name="PlaceHolder 5"/>
          <p:cNvSpPr>
            <a:spLocks noGrp="1"/>
          </p:cNvSpPr>
          <p:nvPr>
            <p:ph type="sldNum" idx="4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C520E449-D0E3-401A-9B69-3F0EBE54E074}"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
    <p:bg>
      <p:bgPr>
        <a:solidFill>
          <a:srgbClr val="FFFFFF"/>
        </a:solid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7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78" name="PlaceHolder 3"/>
          <p:cNvSpPr>
            <a:spLocks noGrp="1"/>
          </p:cNvSpPr>
          <p:nvPr>
            <p:ph type="dt" idx="4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79" name="PlaceHolder 4"/>
          <p:cNvSpPr>
            <a:spLocks noGrp="1"/>
          </p:cNvSpPr>
          <p:nvPr>
            <p:ph type="ftr" idx="44"/>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IN" sz="1200" b="0" u="none" strike="noStrike">
                <a:solidFill>
                  <a:schemeClr val="dk1">
                    <a:tint val="75000"/>
                  </a:schemeClr>
                </a:solidFill>
                <a:effectLst/>
                <a:uFillTx/>
                <a:latin typeface="Calibri"/>
              </a:defRPr>
            </a:lvl1pPr>
          </a:lstStyle>
          <a:p>
            <a:pPr indent="0" algn="ctr" defTabSz="914400">
              <a:lnSpc>
                <a:spcPct val="100000"/>
              </a:lnSpc>
              <a:buNone/>
            </a:pPr>
            <a:r>
              <a:rPr lang="en-IN"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80" name="PlaceHolder 5"/>
          <p:cNvSpPr>
            <a:spLocks noGrp="1"/>
          </p:cNvSpPr>
          <p:nvPr>
            <p:ph type="sldNum" idx="4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19824D5E-6AAC-4090-AAB1-05E4AB750AEC}"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solidFill>
          <a:srgbClr val="FFFFFF"/>
        </a:solidFill>
      </p:bgPr>
    </p:bg>
    <p:spTree>
      <p:nvGrpSpPr>
        <p:cNvPr id="1" name=""/>
        <p:cNvGrpSpPr/>
        <p:nvPr/>
      </p:nvGrpSpPr>
      <p:grpSpPr>
        <a:xfrm>
          <a:off x="0" y="0"/>
          <a:ext cx="0" cy="0"/>
          <a:chOff x="0" y="0"/>
          <a:chExt cx="0" cy="0"/>
        </a:xfrm>
      </p:grpSpPr>
      <p:sp>
        <p:nvSpPr>
          <p:cNvPr id="8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a:defRPr>
            </a:lvl1pPr>
          </a:lstStyle>
          <a:p>
            <a:pPr indent="0" algn="l" defTabSz="914400">
              <a:lnSpc>
                <a:spcPct val="90000"/>
              </a:lnSpc>
              <a:buNone/>
            </a:pPr>
            <a:r>
              <a:rPr lang="en-US" sz="6000" b="0" u="none" strike="noStrike">
                <a:solidFill>
                  <a:schemeClr val="dk1"/>
                </a:solidFill>
                <a:effectLst/>
                <a:uFillTx/>
                <a:latin typeface="Calibri Light"/>
              </a:rPr>
              <a:t>Click to edit Master title style</a:t>
            </a:r>
            <a:endParaRPr lang="en-US" sz="6000" b="0" u="none" strike="noStrike">
              <a:solidFill>
                <a:schemeClr val="dk1"/>
              </a:solidFill>
              <a:effectLst/>
              <a:uFillTx/>
              <a:latin typeface="Calibri Light"/>
            </a:endParaRPr>
          </a:p>
        </p:txBody>
      </p:sp>
      <p:sp>
        <p:nvSpPr>
          <p:cNvPr id="8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en-US" sz="2400" b="0" u="none" strike="noStrike">
                <a:solidFill>
                  <a:schemeClr val="dk1">
                    <a:tint val="75000"/>
                  </a:schemeClr>
                </a:solidFill>
                <a:effectLst/>
                <a:uFillTx/>
                <a:latin typeface="Calibri"/>
              </a:rPr>
              <a:t>Click to edit Master text styles</a:t>
            </a:r>
            <a:endParaRPr lang="en-US" sz="2400" b="0" u="none" strike="noStrike">
              <a:solidFill>
                <a:schemeClr val="dk1">
                  <a:tint val="75000"/>
                </a:schemeClr>
              </a:solidFill>
              <a:effectLst/>
              <a:uFillTx/>
              <a:latin typeface="Calibri"/>
            </a:endParaRPr>
          </a:p>
        </p:txBody>
      </p:sp>
      <p:sp>
        <p:nvSpPr>
          <p:cNvPr id="83" name="PlaceHolder 3"/>
          <p:cNvSpPr>
            <a:spLocks noGrp="1"/>
          </p:cNvSpPr>
          <p:nvPr>
            <p:ph type="dt" idx="4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84" name="PlaceHolder 4"/>
          <p:cNvSpPr>
            <a:spLocks noGrp="1"/>
          </p:cNvSpPr>
          <p:nvPr>
            <p:ph type="ftr" idx="47"/>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IN" sz="1200" b="0" u="none" strike="noStrike">
                <a:solidFill>
                  <a:schemeClr val="dk1">
                    <a:tint val="75000"/>
                  </a:schemeClr>
                </a:solidFill>
                <a:effectLst/>
                <a:uFillTx/>
                <a:latin typeface="Calibri"/>
              </a:defRPr>
            </a:lvl1pPr>
          </a:lstStyle>
          <a:p>
            <a:pPr indent="0" algn="ctr" defTabSz="914400">
              <a:lnSpc>
                <a:spcPct val="100000"/>
              </a:lnSpc>
              <a:buNone/>
            </a:pPr>
            <a:r>
              <a:rPr lang="en-IN"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85" name="PlaceHolder 5"/>
          <p:cNvSpPr>
            <a:spLocks noGrp="1"/>
          </p:cNvSpPr>
          <p:nvPr>
            <p:ph type="sldNum" idx="4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05378461-BB62-42AD-A66A-5E4E93053AE6}"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5">
    <p:bg>
      <p:bgPr>
        <a:solidFill>
          <a:srgbClr val="FFFFFF"/>
        </a:solidFill>
      </p:bgPr>
    </p:bg>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8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8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89" name="PlaceHolder 4"/>
          <p:cNvSpPr>
            <a:spLocks noGrp="1"/>
          </p:cNvSpPr>
          <p:nvPr>
            <p:ph type="dt" idx="4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0" name="PlaceHolder 5"/>
          <p:cNvSpPr>
            <a:spLocks noGrp="1"/>
          </p:cNvSpPr>
          <p:nvPr>
            <p:ph type="ftr" idx="50"/>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IN" sz="1200" b="0" u="none" strike="noStrike">
                <a:solidFill>
                  <a:schemeClr val="dk1">
                    <a:tint val="75000"/>
                  </a:schemeClr>
                </a:solidFill>
                <a:effectLst/>
                <a:uFillTx/>
                <a:latin typeface="Calibri"/>
              </a:defRPr>
            </a:lvl1pPr>
          </a:lstStyle>
          <a:p>
            <a:pPr indent="0" algn="ctr" defTabSz="914400">
              <a:lnSpc>
                <a:spcPct val="100000"/>
              </a:lnSpc>
              <a:buNone/>
            </a:pPr>
            <a:r>
              <a:rPr lang="en-IN"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91" name="PlaceHolder 6"/>
          <p:cNvSpPr>
            <a:spLocks noGrp="1"/>
          </p:cNvSpPr>
          <p:nvPr>
            <p:ph type="sldNum" idx="5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7F1C374D-BAF5-44D3-A343-466E7B9631A0}"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6">
    <p:bg>
      <p:bgPr>
        <a:solidFill>
          <a:srgbClr val="FFFFFF"/>
        </a:solidFill>
      </p:bgPr>
    </p:bg>
    <p:spTree>
      <p:nvGrpSpPr>
        <p:cNvPr id="1" name=""/>
        <p:cNvGrpSpPr/>
        <p:nvPr/>
      </p:nvGrpSpPr>
      <p:grpSpPr>
        <a:xfrm>
          <a:off x="0" y="0"/>
          <a:ext cx="0" cy="0"/>
          <a:chOff x="0" y="0"/>
          <a:chExt cx="0" cy="0"/>
        </a:xfrm>
      </p:grpSpPr>
      <p:sp>
        <p:nvSpPr>
          <p:cNvPr id="9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9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9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9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9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97" name="PlaceHolder 6"/>
          <p:cNvSpPr>
            <a:spLocks noGrp="1"/>
          </p:cNvSpPr>
          <p:nvPr>
            <p:ph type="dt" idx="5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8" name="PlaceHolder 7"/>
          <p:cNvSpPr>
            <a:spLocks noGrp="1"/>
          </p:cNvSpPr>
          <p:nvPr>
            <p:ph type="ftr" idx="53"/>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IN" sz="1200" b="0" u="none" strike="noStrike">
                <a:solidFill>
                  <a:schemeClr val="dk1">
                    <a:tint val="75000"/>
                  </a:schemeClr>
                </a:solidFill>
                <a:effectLst/>
                <a:uFillTx/>
                <a:latin typeface="Calibri"/>
              </a:defRPr>
            </a:lvl1pPr>
          </a:lstStyle>
          <a:p>
            <a:pPr indent="0" algn="ctr" defTabSz="914400">
              <a:lnSpc>
                <a:spcPct val="100000"/>
              </a:lnSpc>
              <a:buNone/>
            </a:pPr>
            <a:r>
              <a:rPr lang="en-IN"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99" name="PlaceHolder 8"/>
          <p:cNvSpPr>
            <a:spLocks noGrp="1"/>
          </p:cNvSpPr>
          <p:nvPr>
            <p:ph type="sldNum" idx="5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88AF4555-F209-44C3-AA12-B340BD98A211}"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7">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Master title style</a:t>
            </a:r>
            <a:endParaRPr lang="en-US" sz="4400" b="0" u="none" strike="noStrike">
              <a:solidFill>
                <a:schemeClr val="dk1"/>
              </a:solidFill>
              <a:effectLst/>
              <a:uFillTx/>
              <a:latin typeface="Calibri Light"/>
            </a:endParaRPr>
          </a:p>
        </p:txBody>
      </p:sp>
      <p:sp>
        <p:nvSpPr>
          <p:cNvPr id="101" name="PlaceHolder 2"/>
          <p:cNvSpPr>
            <a:spLocks noGrp="1"/>
          </p:cNvSpPr>
          <p:nvPr>
            <p:ph type="dt" idx="5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02" name="PlaceHolder 3"/>
          <p:cNvSpPr>
            <a:spLocks noGrp="1"/>
          </p:cNvSpPr>
          <p:nvPr>
            <p:ph type="ftr" idx="56"/>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IN" sz="1200" b="0" u="none" strike="noStrike">
                <a:solidFill>
                  <a:schemeClr val="dk1">
                    <a:tint val="75000"/>
                  </a:schemeClr>
                </a:solidFill>
                <a:effectLst/>
                <a:uFillTx/>
                <a:latin typeface="Calibri"/>
              </a:defRPr>
            </a:lvl1pPr>
          </a:lstStyle>
          <a:p>
            <a:pPr indent="0" algn="ctr" defTabSz="914400">
              <a:lnSpc>
                <a:spcPct val="100000"/>
              </a:lnSpc>
              <a:buNone/>
            </a:pPr>
            <a:r>
              <a:rPr lang="en-IN"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103" name="PlaceHolder 4"/>
          <p:cNvSpPr>
            <a:spLocks noGrp="1"/>
          </p:cNvSpPr>
          <p:nvPr>
            <p:ph type="sldNum" idx="5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5B1AD019-C666-4CB0-8515-1EF29152572F}"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8">
    <p:bg>
      <p:bgPr>
        <a:solidFill>
          <a:srgbClr val="FFFFFF"/>
        </a:solidFill>
      </p:bgPr>
    </p:bg>
    <p:spTree>
      <p:nvGrpSpPr>
        <p:cNvPr id="1" name=""/>
        <p:cNvGrpSpPr/>
        <p:nvPr/>
      </p:nvGrpSpPr>
      <p:grpSpPr>
        <a:xfrm>
          <a:off x="0" y="0"/>
          <a:ext cx="0" cy="0"/>
          <a:chOff x="0" y="0"/>
          <a:chExt cx="0" cy="0"/>
        </a:xfrm>
      </p:grpSpPr>
      <p:sp>
        <p:nvSpPr>
          <p:cNvPr id="104" name="PlaceHolder 1"/>
          <p:cNvSpPr>
            <a:spLocks noGrp="1"/>
          </p:cNvSpPr>
          <p:nvPr>
            <p:ph type="dt" idx="5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05" name="PlaceHolder 2"/>
          <p:cNvSpPr>
            <a:spLocks noGrp="1"/>
          </p:cNvSpPr>
          <p:nvPr>
            <p:ph type="ftr" idx="59"/>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IN" sz="1200" b="0" u="none" strike="noStrike">
                <a:solidFill>
                  <a:schemeClr val="dk1">
                    <a:tint val="75000"/>
                  </a:schemeClr>
                </a:solidFill>
                <a:effectLst/>
                <a:uFillTx/>
                <a:latin typeface="Calibri"/>
              </a:defRPr>
            </a:lvl1pPr>
          </a:lstStyle>
          <a:p>
            <a:pPr indent="0" algn="ctr" defTabSz="914400">
              <a:lnSpc>
                <a:spcPct val="100000"/>
              </a:lnSpc>
              <a:buNone/>
            </a:pPr>
            <a:r>
              <a:rPr lang="en-IN"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106" name="PlaceHolder 3"/>
          <p:cNvSpPr>
            <a:spLocks noGrp="1"/>
          </p:cNvSpPr>
          <p:nvPr>
            <p:ph type="sldNum" idx="6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49D3FDF7-DE16-4012-B7EB-1271A5B42737}"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07"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90000"/>
              </a:lnSpc>
              <a:buNone/>
              <a:defRPr lang="en-US" sz="4400" b="0" u="none" strike="noStrike">
                <a:solidFill>
                  <a:schemeClr val="dk1"/>
                </a:solidFill>
                <a:effectLst/>
                <a:uFillTx/>
                <a:latin typeface="Calibri Light"/>
              </a:defRPr>
            </a:lvl1pPr>
          </a:lstStyle>
          <a:p>
            <a:pPr indent="0" algn="l" defTabSz="914400">
              <a:lnSpc>
                <a:spcPct val="90000"/>
              </a:lnSpc>
              <a:buNone/>
            </a:pPr>
            <a:r>
              <a:rPr lang="en-US" sz="4400" b="0" u="none" strike="noStrike">
                <a:solidFill>
                  <a:schemeClr val="dk1"/>
                </a:solidFill>
                <a:effectLst/>
                <a:uFillTx/>
                <a:latin typeface="Calibri Light"/>
              </a:rPr>
              <a:t>Click to edit the title text format</a:t>
            </a:r>
            <a:endParaRPr lang="en-US" sz="4400" b="0" u="none" strike="noStrike">
              <a:solidFill>
                <a:schemeClr val="dk1"/>
              </a:solidFill>
              <a:effectLst/>
              <a:uFillTx/>
              <a:latin typeface="Calibri Light"/>
            </a:endParaRPr>
          </a:p>
        </p:txBody>
      </p:sp>
      <p:sp>
        <p:nvSpPr>
          <p:cNvPr id="108"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the outline text format</a:t>
            </a:r>
            <a:endParaRPr lang="en-US"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Outline Level</a:t>
            </a:r>
            <a:endParaRPr lang="en-US" sz="1800" b="0" u="none" strike="noStrike">
              <a:solidFill>
                <a:schemeClr val="dk1"/>
              </a:solidFill>
              <a:effectLst/>
              <a:uFillTx/>
              <a:latin typeface="Calibri"/>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bg>
      <p:bgPr>
        <a:solidFill>
          <a:srgbClr val="FFFFFF"/>
        </a:solidFill>
      </p:bgPr>
    </p:bg>
    <p:spTree>
      <p:nvGrpSpPr>
        <p:cNvPr id="1" name=""/>
        <p:cNvGrpSpPr/>
        <p:nvPr/>
      </p:nvGrpSpPr>
      <p:grpSpPr>
        <a:xfrm>
          <a:off x="0" y="0"/>
          <a:ext cx="0" cy="0"/>
          <a:chOff x="0" y="0"/>
          <a:chExt cx="0" cy="0"/>
        </a:xfrm>
      </p:grpSpPr>
      <p:sp>
        <p:nvSpPr>
          <p:cNvPr id="109"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a:defRPr>
            </a:lvl1pPr>
          </a:lstStyle>
          <a:p>
            <a:pPr indent="0" algn="l"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Light"/>
            </a:endParaRPr>
          </a:p>
        </p:txBody>
      </p:sp>
      <p:sp>
        <p:nvSpPr>
          <p:cNvPr id="110"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11"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endParaRPr lang="en-US" sz="1600" b="0" u="none" strike="noStrike">
              <a:solidFill>
                <a:schemeClr val="dk1"/>
              </a:solidFill>
              <a:effectLst/>
              <a:uFillTx/>
              <a:latin typeface="Calibri"/>
            </a:endParaRPr>
          </a:p>
        </p:txBody>
      </p:sp>
      <p:sp>
        <p:nvSpPr>
          <p:cNvPr id="112" name="PlaceHolder 4"/>
          <p:cNvSpPr>
            <a:spLocks noGrp="1"/>
          </p:cNvSpPr>
          <p:nvPr>
            <p:ph type="dt" idx="6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13" name="PlaceHolder 5"/>
          <p:cNvSpPr>
            <a:spLocks noGrp="1"/>
          </p:cNvSpPr>
          <p:nvPr>
            <p:ph type="ftr" idx="62"/>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IN" sz="1200" b="0" u="none" strike="noStrike">
                <a:solidFill>
                  <a:schemeClr val="dk1">
                    <a:tint val="75000"/>
                  </a:schemeClr>
                </a:solidFill>
                <a:effectLst/>
                <a:uFillTx/>
                <a:latin typeface="Calibri"/>
              </a:defRPr>
            </a:lvl1pPr>
          </a:lstStyle>
          <a:p>
            <a:pPr indent="0" algn="ctr" defTabSz="914400">
              <a:lnSpc>
                <a:spcPct val="100000"/>
              </a:lnSpc>
              <a:buNone/>
            </a:pPr>
            <a:r>
              <a:rPr lang="en-IN"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114" name="PlaceHolder 6"/>
          <p:cNvSpPr>
            <a:spLocks noGrp="1"/>
          </p:cNvSpPr>
          <p:nvPr>
            <p:ph type="sldNum" idx="6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542D7445-76FF-4179-A329-8636D62D40FA}"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0">
    <p:bg>
      <p:bgPr>
        <a:solidFill>
          <a:srgbClr val="FFFFFF"/>
        </a:solidFill>
      </p:bgPr>
    </p:bg>
    <p:spTree>
      <p:nvGrpSpPr>
        <p:cNvPr id="1" name=""/>
        <p:cNvGrpSpPr/>
        <p:nvPr/>
      </p:nvGrpSpPr>
      <p:grpSpPr>
        <a:xfrm>
          <a:off x="0" y="0"/>
          <a:ext cx="0" cy="0"/>
          <a:chOff x="0" y="0"/>
          <a:chExt cx="0" cy="0"/>
        </a:xfrm>
      </p:grpSpPr>
      <p:sp>
        <p:nvSpPr>
          <p:cNvPr id="115"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a:defRPr>
            </a:lvl1pPr>
          </a:lstStyle>
          <a:p>
            <a:pPr indent="0" algn="l" defTabSz="914400">
              <a:lnSpc>
                <a:spcPct val="90000"/>
              </a:lnSpc>
              <a:buNone/>
            </a:pPr>
            <a:r>
              <a:rPr lang="en-US" sz="3200" b="0" u="none" strike="noStrike">
                <a:solidFill>
                  <a:schemeClr val="dk1"/>
                </a:solidFill>
                <a:effectLst/>
                <a:uFillTx/>
                <a:latin typeface="Calibri Light"/>
              </a:rPr>
              <a:t>Click to edit Master title style</a:t>
            </a:r>
            <a:endParaRPr lang="en-US" sz="3200" b="0" u="none" strike="noStrike">
              <a:solidFill>
                <a:schemeClr val="dk1"/>
              </a:solidFill>
              <a:effectLst/>
              <a:uFillTx/>
              <a:latin typeface="Calibri Light"/>
            </a:endParaRPr>
          </a:p>
        </p:txBody>
      </p:sp>
      <p:sp>
        <p:nvSpPr>
          <p:cNvPr id="116"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3200" b="0" u="none" strike="noStrike">
                <a:solidFill>
                  <a:schemeClr val="dk1"/>
                </a:solidFill>
                <a:effectLst/>
                <a:uFillTx/>
                <a:latin typeface="Calibri"/>
              </a:defRPr>
            </a:lvl1pPr>
          </a:lstStyle>
          <a:p>
            <a:pPr indent="0" algn="l" defTabSz="914400">
              <a:lnSpc>
                <a:spcPct val="100000"/>
              </a:lnSpc>
              <a:buNone/>
              <a:tabLst>
                <a:tab pos="0" algn="l"/>
              </a:tabLst>
            </a:pPr>
            <a:r>
              <a:rPr lang="en-US" sz="3200" b="0" u="none" strike="noStrike">
                <a:solidFill>
                  <a:schemeClr val="dk1"/>
                </a:solidFill>
                <a:effectLst/>
                <a:uFillTx/>
                <a:latin typeface="Calibri"/>
              </a:rPr>
              <a:t>Click icon to add picture</a:t>
            </a:r>
            <a:endParaRPr lang="en-US" sz="3200" b="0" u="none" strike="noStrike">
              <a:solidFill>
                <a:schemeClr val="dk1"/>
              </a:solidFill>
              <a:effectLst/>
              <a:uFillTx/>
              <a:latin typeface="Calibri"/>
            </a:endParaRPr>
          </a:p>
        </p:txBody>
      </p:sp>
      <p:sp>
        <p:nvSpPr>
          <p:cNvPr id="117"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Calibri"/>
              </a:rPr>
              <a:t>Click to edit Master text styles</a:t>
            </a:r>
            <a:endParaRPr lang="en-US" sz="1600" b="0" u="none" strike="noStrike">
              <a:solidFill>
                <a:schemeClr val="dk1"/>
              </a:solidFill>
              <a:effectLst/>
              <a:uFillTx/>
              <a:latin typeface="Calibri"/>
            </a:endParaRPr>
          </a:p>
        </p:txBody>
      </p:sp>
      <p:sp>
        <p:nvSpPr>
          <p:cNvPr id="118" name="PlaceHolder 4"/>
          <p:cNvSpPr>
            <a:spLocks noGrp="1"/>
          </p:cNvSpPr>
          <p:nvPr>
            <p:ph type="dt" idx="6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19" name="PlaceHolder 5"/>
          <p:cNvSpPr>
            <a:spLocks noGrp="1"/>
          </p:cNvSpPr>
          <p:nvPr>
            <p:ph type="ftr" idx="65"/>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IN" sz="1200" b="0" u="none" strike="noStrike">
                <a:solidFill>
                  <a:schemeClr val="dk1">
                    <a:tint val="75000"/>
                  </a:schemeClr>
                </a:solidFill>
                <a:effectLst/>
                <a:uFillTx/>
                <a:latin typeface="Calibri"/>
              </a:defRPr>
            </a:lvl1pPr>
          </a:lstStyle>
          <a:p>
            <a:pPr indent="0" algn="ctr" defTabSz="914400">
              <a:lnSpc>
                <a:spcPct val="100000"/>
              </a:lnSpc>
              <a:buNone/>
            </a:pPr>
            <a:r>
              <a:rPr lang="en-IN" sz="1200" b="0" u="none" strike="noStrike">
                <a:solidFill>
                  <a:schemeClr val="dk1">
                    <a:tint val="75000"/>
                  </a:schemeClr>
                </a:solidFill>
                <a:effectLst/>
                <a:uFillTx/>
                <a:latin typeface="Calibri"/>
              </a:rPr>
              <a:t>&lt;footer&gt;</a:t>
            </a:r>
            <a:endParaRPr lang="en-US" sz="1200" b="0" u="none" strike="noStrike">
              <a:solidFill>
                <a:srgbClr val="000000"/>
              </a:solidFill>
              <a:effectLst/>
              <a:uFillTx/>
              <a:latin typeface="Times New Roman"/>
            </a:endParaRPr>
          </a:p>
        </p:txBody>
      </p:sp>
      <p:sp>
        <p:nvSpPr>
          <p:cNvPr id="120" name="PlaceHolder 6"/>
          <p:cNvSpPr>
            <a:spLocks noGrp="1"/>
          </p:cNvSpPr>
          <p:nvPr>
            <p:ph type="sldNum" idx="6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IN" sz="1200" b="0" u="none" strike="noStrike">
                <a:solidFill>
                  <a:schemeClr val="dk1">
                    <a:tint val="75000"/>
                  </a:schemeClr>
                </a:solidFill>
                <a:effectLst/>
                <a:uFillTx/>
                <a:latin typeface="Calibri"/>
              </a:defRPr>
            </a:lvl1pPr>
          </a:lstStyle>
          <a:p>
            <a:pPr indent="0" algn="r" defTabSz="914400">
              <a:lnSpc>
                <a:spcPct val="100000"/>
              </a:lnSpc>
              <a:buNone/>
            </a:pPr>
            <a:fld id="{966B275B-3966-43BA-80A9-4E11956DAC0A}" type="slidenum">
              <a:rPr lang="en-IN"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sv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2.png"/><Relationship Id="rId8" Type="http://schemas.openxmlformats.org/officeDocument/2006/relationships/image" Target="../media/image3.svg"/><Relationship Id="rId9" Type="http://schemas.openxmlformats.org/officeDocument/2006/relationships/image" Target="../media/image2.png"/><Relationship Id="rId10" Type="http://schemas.openxmlformats.org/officeDocument/2006/relationships/image" Target="../media/image3.svg"/><Relationship Id="rId11" Type="http://schemas.openxmlformats.org/officeDocument/2006/relationships/image" Target="../media/image2.png"/><Relationship Id="rId12" Type="http://schemas.openxmlformats.org/officeDocument/2006/relationships/image" Target="../media/image3.svg"/><Relationship Id="rId13" Type="http://schemas.openxmlformats.org/officeDocument/2006/relationships/image" Target="../media/image2.png"/><Relationship Id="rId14" Type="http://schemas.openxmlformats.org/officeDocument/2006/relationships/image" Target="../media/image3.svg"/><Relationship Id="rId15" Type="http://schemas.openxmlformats.org/officeDocument/2006/relationships/diagramData" Target="../diagrams/data1.xml"/><Relationship Id="rId16" Type="http://schemas.openxmlformats.org/officeDocument/2006/relationships/diagramLayout" Target="../diagrams/layout1.xml"/><Relationship Id="rId17" Type="http://schemas.openxmlformats.org/officeDocument/2006/relationships/diagramQuickStyle" Target="../diagrams/quickStyle1.xml"/><Relationship Id="rId18" Type="http://schemas.openxmlformats.org/officeDocument/2006/relationships/diagramColors" Target="../diagrams/colors1.xml"/><Relationship Id="rId19" Type="http://schemas.openxmlformats.org/officeDocument/2006/relationships/image" Target="../media/image1.png"/><Relationship Id="rId20" Type="http://schemas.openxmlformats.org/officeDocument/2006/relationships/slideLayout" Target="../slideLayouts/slideLayout20.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slideLayout" Target="../slideLayouts/slideLayout9.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TextBox 15"/>
          <p:cNvSpPr/>
          <p:nvPr/>
        </p:nvSpPr>
        <p:spPr>
          <a:xfrm>
            <a:off x="2995560" y="2868120"/>
            <a:ext cx="6200280" cy="492120"/>
          </a:xfrm>
          <a:prstGeom prst="rect">
            <a:avLst/>
          </a:prstGeom>
          <a:noFill/>
          <a:ln w="0">
            <a:noFill/>
          </a:ln>
          <a:effectLst>
            <a:glow rad="139680">
              <a:srgbClr val="FF6A1C">
                <a:alpha val="40000"/>
              </a:srgbClr>
            </a:glow>
          </a:effectLst>
        </p:spPr>
        <p:style>
          <a:lnRef idx="0"/>
          <a:fillRef idx="0"/>
          <a:effectRef idx="0"/>
          <a:fontRef idx="minor"/>
        </p:style>
        <p:txBody>
          <a:bodyPr lIns="90000" tIns="45000" rIns="90000" bIns="45000" anchor="t">
            <a:spAutoFit/>
          </a:bodyPr>
          <a:p>
            <a:pPr algn="ctr" defTabSz="914400">
              <a:lnSpc>
                <a:spcPct val="100000"/>
              </a:lnSpc>
            </a:pPr>
            <a:endParaRPr lang="en-US" sz="600" b="0" u="none" strike="noStrike">
              <a:solidFill>
                <a:srgbClr val="000000"/>
              </a:solidFill>
              <a:effectLst/>
              <a:uFillTx/>
              <a:latin typeface="Arial"/>
            </a:endParaRPr>
          </a:p>
          <a:p>
            <a:pPr algn="ctr" defTabSz="914400">
              <a:lnSpc>
                <a:spcPct val="100000"/>
              </a:lnSpc>
            </a:pPr>
            <a:r>
              <a:rPr lang="en-IN" sz="2000" b="1" u="none" strike="noStrike">
                <a:solidFill>
                  <a:srgbClr val="FF0000"/>
                </a:solidFill>
                <a:effectLst/>
                <a:uFillTx/>
                <a:latin typeface="Times New Roman"/>
              </a:rPr>
              <a:t>Date&amp; Time</a:t>
            </a:r>
            <a:endParaRPr lang="en-US" sz="2000" b="0" u="none" strike="noStrike">
              <a:solidFill>
                <a:srgbClr val="000000"/>
              </a:solidFill>
              <a:effectLst/>
              <a:uFillTx/>
              <a:latin typeface="Arial"/>
            </a:endParaRPr>
          </a:p>
        </p:txBody>
      </p:sp>
      <p:graphicFrame>
        <p:nvGraphicFramePr>
          <p:cNvPr id="128" name="Table 17"/>
          <p:cNvGraphicFramePr/>
          <p:nvPr/>
        </p:nvGraphicFramePr>
        <p:xfrm>
          <a:off x="8193240" y="4898520"/>
          <a:ext cx="3701520" cy="999720"/>
        </p:xfrm>
        <a:graphic>
          <a:graphicData uri="http://schemas.openxmlformats.org/drawingml/2006/table">
            <a:tbl>
              <a:tblPr/>
              <a:tblGrid>
                <a:gridCol w="3701880"/>
              </a:tblGrid>
              <a:tr h="999720">
                <a:tc>
                  <a:txBody>
                    <a:bodyPr anchor="t">
                      <a:noAutofit/>
                    </a:bodyPr>
                    <a:p>
                      <a:pPr defTabSz="914400">
                        <a:lnSpc>
                          <a:spcPct val="100000"/>
                        </a:lnSpc>
                        <a:tabLst>
                          <a:tab pos="0" algn="l"/>
                        </a:tabLst>
                      </a:pPr>
                      <a:r>
                        <a:rPr lang="en-IN" sz="1600" b="1" u="none" strike="noStrike">
                          <a:solidFill>
                            <a:srgbClr val="C00000"/>
                          </a:solidFill>
                          <a:effectLst/>
                          <a:uFillTx/>
                          <a:latin typeface="Times New Roman"/>
                        </a:rPr>
                        <a:t>Team Members</a:t>
                      </a:r>
                      <a:endParaRPr lang="en-US" sz="1600" b="0" u="none" strike="noStrike">
                        <a:solidFill>
                          <a:srgbClr val="000000"/>
                        </a:solidFill>
                        <a:effectLst/>
                        <a:uFillTx/>
                        <a:latin typeface="Arial"/>
                      </a:endParaRPr>
                    </a:p>
                    <a:p>
                      <a:pPr defTabSz="914400">
                        <a:lnSpc>
                          <a:spcPct val="100000"/>
                        </a:lnSpc>
                        <a:tabLst>
                          <a:tab pos="0" algn="l"/>
                        </a:tabLst>
                      </a:pPr>
                      <a:r>
                        <a:rPr lang="en-IN" sz="1300" b="1" u="none" strike="noStrike">
                          <a:solidFill>
                            <a:schemeClr val="dk1"/>
                          </a:solidFill>
                          <a:effectLst/>
                          <a:uFillTx/>
                          <a:latin typeface="Times New Roman"/>
                          <a:ea typeface="Cambria"/>
                        </a:rPr>
                        <a:t>P.Devaansh Sai  (Roll No:2420030787)</a:t>
                      </a:r>
                      <a:endParaRPr lang="en-US" sz="1300" b="0" u="none" strike="noStrike">
                        <a:solidFill>
                          <a:srgbClr val="000000"/>
                        </a:solidFill>
                        <a:effectLst/>
                        <a:uFillTx/>
                        <a:latin typeface="Arial"/>
                      </a:endParaRPr>
                    </a:p>
                    <a:p>
                      <a:pPr defTabSz="914400">
                        <a:lnSpc>
                          <a:spcPct val="100000"/>
                        </a:lnSpc>
                        <a:tabLst>
                          <a:tab pos="0" algn="l"/>
                        </a:tabLst>
                      </a:pPr>
                      <a:r>
                        <a:rPr lang="en-IN" sz="1300" b="1" u="none" strike="noStrike">
                          <a:solidFill>
                            <a:schemeClr val="dk1"/>
                          </a:solidFill>
                          <a:effectLst/>
                          <a:uFillTx/>
                          <a:latin typeface="Times New Roman"/>
                          <a:ea typeface="Cambria"/>
                        </a:rPr>
                        <a:t>BHUVAN  (Roll No: 2420030767)</a:t>
                      </a:r>
                      <a:endParaRPr lang="en-US" sz="1300" b="0" u="none" strike="noStrike">
                        <a:solidFill>
                          <a:srgbClr val="000000"/>
                        </a:solidFill>
                        <a:effectLst/>
                        <a:uFillTx/>
                        <a:latin typeface="Arial"/>
                      </a:endParaRPr>
                    </a:p>
                    <a:p>
                      <a:pPr defTabSz="914400">
                        <a:lnSpc>
                          <a:spcPct val="100000"/>
                        </a:lnSpc>
                        <a:tabLst>
                          <a:tab pos="0" algn="l"/>
                        </a:tabLst>
                      </a:pPr>
                      <a:r>
                        <a:rPr lang="en-IN" sz="1300" b="1" u="none" strike="noStrike">
                          <a:solidFill>
                            <a:schemeClr val="dk1"/>
                          </a:solidFill>
                          <a:effectLst/>
                          <a:uFillTx/>
                          <a:latin typeface="Times New Roman"/>
                          <a:ea typeface="Cambria"/>
                        </a:rPr>
                        <a:t>V.Abhignan  (Roll No: 2420030731)</a:t>
                      </a:r>
                      <a:endParaRPr lang="en-US" sz="1300" b="0" u="none" strike="noStrike">
                        <a:solidFill>
                          <a:srgbClr val="000000"/>
                        </a:solidFill>
                        <a:effectLst/>
                        <a:uFillTx/>
                        <a:latin typeface="Arial"/>
                      </a:endParaRPr>
                    </a:p>
                  </a:txBody>
                  <a:tcPr anchor="t" marL="91440" marR="91440" marT="45720" marB="45720">
                    <a:lnL w="12240">
                      <a:solidFill>
                        <a:srgbClr val="000000"/>
                      </a:solidFill>
                      <a:prstDash val="solid"/>
                    </a:lnL>
                    <a:lnR w="12240">
                      <a:noFill/>
                      <a:prstDash val="solid"/>
                    </a:lnR>
                    <a:lnT w="12240">
                      <a:noFill/>
                      <a:prstDash val="solid"/>
                    </a:lnT>
                    <a:lnB w="12240">
                      <a:noFill/>
                      <a:prstDash val="solid"/>
                    </a:lnB>
                    <a:noFill/>
                  </a:tcPr>
                </a:tc>
              </a:tr>
            </a:tbl>
          </a:graphicData>
        </a:graphic>
      </p:graphicFrame>
      <p:grpSp>
        <p:nvGrpSpPr>
          <p:cNvPr id="129" name="Group 20"/>
          <p:cNvGrpSpPr/>
          <p:nvPr/>
        </p:nvGrpSpPr>
        <p:grpSpPr>
          <a:xfrm>
            <a:off x="7981560" y="4741920"/>
            <a:ext cx="307440" cy="280440"/>
            <a:chOff x="7981560" y="4741920"/>
            <a:chExt cx="307440" cy="280440"/>
          </a:xfrm>
        </p:grpSpPr>
        <p:sp>
          <p:nvSpPr>
            <p:cNvPr id="130" name="Isosceles Triangle 21"/>
            <p:cNvSpPr/>
            <p:nvPr/>
          </p:nvSpPr>
          <p:spPr>
            <a:xfrm rot="8295000">
              <a:off x="8038440" y="4765680"/>
              <a:ext cx="160560" cy="232560"/>
            </a:xfrm>
            <a:prstGeom prst="triangle">
              <a:avLst>
                <a:gd name="adj" fmla="val 50000"/>
              </a:avLst>
            </a:prstGeom>
            <a:solidFill>
              <a:srgbClr val="FF66FF"/>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IN" sz="1800" b="0" u="none" strike="noStrike">
                <a:solidFill>
                  <a:schemeClr val="lt1"/>
                </a:solidFill>
                <a:effectLst/>
                <a:highlight>
                  <a:srgbClr val="FFFF00"/>
                </a:highlight>
                <a:uFillTx/>
                <a:latin typeface="Aptos"/>
              </a:endParaRPr>
            </a:p>
          </p:txBody>
        </p:sp>
        <p:sp>
          <p:nvSpPr>
            <p:cNvPr id="131" name="Isosceles Triangle 22"/>
            <p:cNvSpPr/>
            <p:nvPr/>
          </p:nvSpPr>
          <p:spPr>
            <a:xfrm rot="11852400">
              <a:off x="8154720" y="4792320"/>
              <a:ext cx="113760" cy="153000"/>
            </a:xfrm>
            <a:prstGeom prst="triangle">
              <a:avLst>
                <a:gd name="adj" fmla="val 50000"/>
              </a:avLst>
            </a:prstGeom>
            <a:solidFill>
              <a:srgbClr val="FF66FF"/>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31680" rIns="90000" bIns="31680" anchor="ctr">
              <a:noAutofit/>
            </a:bodyPr>
            <a:p>
              <a:endParaRPr lang="en-IN" sz="1800" b="0" u="none" strike="noStrike">
                <a:solidFill>
                  <a:schemeClr val="lt1"/>
                </a:solidFill>
                <a:effectLst/>
                <a:uFillTx/>
                <a:latin typeface="Aptos"/>
              </a:endParaRPr>
            </a:p>
          </p:txBody>
        </p:sp>
      </p:grpSp>
      <p:graphicFrame>
        <p:nvGraphicFramePr>
          <p:cNvPr id="132" name="Table 29"/>
          <p:cNvGraphicFramePr/>
          <p:nvPr/>
        </p:nvGraphicFramePr>
        <p:xfrm>
          <a:off x="-795960" y="4773960"/>
          <a:ext cx="5901840" cy="1332000"/>
        </p:xfrm>
        <a:graphic>
          <a:graphicData uri="http://schemas.openxmlformats.org/drawingml/2006/table">
            <a:tbl>
              <a:tblPr/>
              <a:tblGrid>
                <a:gridCol w="1373400"/>
                <a:gridCol w="4528440"/>
              </a:tblGrid>
              <a:tr h="1332000">
                <a:tc>
                  <a:txBody>
                    <a:bodyPr anchor="t">
                      <a:noAutofit/>
                    </a:bodyPr>
                    <a:p>
                      <a:endParaRPr lang="en-IN" sz="1800" b="0" u="none" strike="noStrike">
                        <a:solidFill>
                          <a:schemeClr val="dk1"/>
                        </a:solidFill>
                        <a:effectLst/>
                        <a:uFillTx/>
                        <a:latin typeface="Aptos"/>
                      </a:endParaRPr>
                    </a:p>
                  </a:txBody>
                  <a:tcPr anchor="t" marL="91440" marR="91440" marT="45720" marB="45720">
                    <a:lnL w="12240">
                      <a:noFill/>
                      <a:prstDash val="solid"/>
                    </a:lnL>
                    <a:lnR w="12240">
                      <a:solidFill>
                        <a:srgbClr val="000000"/>
                      </a:solidFill>
                      <a:prstDash val="solid"/>
                    </a:lnR>
                    <a:lnT w="12240">
                      <a:noFill/>
                      <a:prstDash val="solid"/>
                    </a:lnT>
                    <a:lnB w="12240">
                      <a:noFill/>
                      <a:prstDash val="solid"/>
                    </a:lnB>
                    <a:noFill/>
                  </a:tcPr>
                </a:tc>
                <a:tc>
                  <a:txBody>
                    <a:bodyPr anchor="t">
                      <a:noAutofit/>
                    </a:bodyPr>
                    <a:p>
                      <a:pPr defTabSz="914400">
                        <a:lnSpc>
                          <a:spcPct val="100000"/>
                        </a:lnSpc>
                      </a:pPr>
                      <a:endParaRPr lang="en-US" sz="500" b="0" u="none" strike="noStrike">
                        <a:solidFill>
                          <a:srgbClr val="000000"/>
                        </a:solidFill>
                        <a:effectLst/>
                        <a:uFillTx/>
                        <a:latin typeface="Arial"/>
                      </a:endParaRPr>
                    </a:p>
                    <a:p>
                      <a:pPr defTabSz="914400">
                        <a:lnSpc>
                          <a:spcPct val="100000"/>
                        </a:lnSpc>
                      </a:pPr>
                      <a:r>
                        <a:rPr lang="en-IN" sz="1600" b="1" u="none" strike="noStrike">
                          <a:solidFill>
                            <a:srgbClr val="C00000"/>
                          </a:solidFill>
                          <a:effectLst/>
                          <a:uFillTx/>
                          <a:latin typeface="Times New Roman"/>
                        </a:rPr>
                        <a:t>Under the Guidance of</a:t>
                      </a:r>
                      <a:endParaRPr lang="en-US" sz="1600" b="0" u="none" strike="noStrike">
                        <a:solidFill>
                          <a:srgbClr val="000000"/>
                        </a:solidFill>
                        <a:effectLst/>
                        <a:uFillTx/>
                        <a:latin typeface="Arial"/>
                      </a:endParaRPr>
                    </a:p>
                    <a:p>
                      <a:pPr defTabSz="914400">
                        <a:lnSpc>
                          <a:spcPct val="100000"/>
                        </a:lnSpc>
                        <a:spcBef>
                          <a:spcPts val="201"/>
                        </a:spcBef>
                        <a:tabLst>
                          <a:tab pos="0" algn="l"/>
                        </a:tabLst>
                      </a:pPr>
                      <a:r>
                        <a:rPr lang="en-US" sz="1400" b="1" u="none" strike="noStrike">
                          <a:solidFill>
                            <a:schemeClr val="dk1"/>
                          </a:solidFill>
                          <a:effectLst/>
                          <a:uFillTx/>
                          <a:latin typeface="Times New Roman"/>
                          <a:ea typeface="Cambria"/>
                        </a:rPr>
                        <a:t>Dr.Nelima Gogineni</a:t>
                      </a:r>
                      <a:r>
                        <a:rPr lang="en-US" sz="1400" b="0" u="none" strike="noStrike">
                          <a:solidFill>
                            <a:schemeClr val="dk1"/>
                          </a:solidFill>
                          <a:effectLst/>
                          <a:uFillTx/>
                          <a:latin typeface="Times New Roman"/>
                          <a:ea typeface="Cambria"/>
                        </a:rPr>
                        <a:t> </a:t>
                      </a:r>
                      <a:endParaRPr lang="en-US" sz="1400" b="0" u="none" strike="noStrike">
                        <a:solidFill>
                          <a:srgbClr val="000000"/>
                        </a:solidFill>
                        <a:effectLst/>
                        <a:uFillTx/>
                        <a:latin typeface="Arial"/>
                      </a:endParaRPr>
                    </a:p>
                    <a:p>
                      <a:pPr defTabSz="914400">
                        <a:lnSpc>
                          <a:spcPct val="100000"/>
                        </a:lnSpc>
                        <a:spcBef>
                          <a:spcPts val="201"/>
                        </a:spcBef>
                        <a:tabLst>
                          <a:tab pos="0" algn="l"/>
                        </a:tabLst>
                      </a:pPr>
                      <a:r>
                        <a:rPr lang="en-US" sz="1400" b="1" u="none" strike="noStrike">
                          <a:solidFill>
                            <a:schemeClr val="dk1"/>
                          </a:solidFill>
                          <a:effectLst/>
                          <a:uFillTx/>
                          <a:latin typeface="Times New Roman"/>
                          <a:ea typeface="Cambria"/>
                        </a:rPr>
                        <a:t>Department of </a:t>
                      </a:r>
                      <a:r>
                        <a:rPr lang="en-US" sz="1400" b="1" u="none" strike="noStrike">
                          <a:solidFill>
                            <a:srgbClr val="000000"/>
                          </a:solidFill>
                          <a:effectLst/>
                          <a:uFillTx/>
                          <a:latin typeface="Times New Roman"/>
                          <a:ea typeface="Cambria"/>
                        </a:rPr>
                        <a:t>Computer Science and Engineering, </a:t>
                      </a:r>
                      <a:endParaRPr lang="en-US" sz="1400" b="0" u="none" strike="noStrike">
                        <a:solidFill>
                          <a:srgbClr val="000000"/>
                        </a:solidFill>
                        <a:effectLst/>
                        <a:uFillTx/>
                        <a:latin typeface="Arial"/>
                      </a:endParaRPr>
                    </a:p>
                    <a:p>
                      <a:pPr defTabSz="914400">
                        <a:lnSpc>
                          <a:spcPct val="100000"/>
                        </a:lnSpc>
                        <a:spcBef>
                          <a:spcPts val="201"/>
                        </a:spcBef>
                        <a:tabLst>
                          <a:tab pos="0" algn="l"/>
                        </a:tabLst>
                      </a:pPr>
                      <a:r>
                        <a:rPr lang="en-US" sz="1400" b="0" u="none" strike="noStrike">
                          <a:solidFill>
                            <a:schemeClr val="dk1"/>
                          </a:solidFill>
                          <a:effectLst/>
                          <a:uFillTx/>
                          <a:latin typeface="Times New Roman"/>
                          <a:ea typeface="Cambria"/>
                        </a:rPr>
                        <a:t>KLH CSE Bowrampet Campus</a:t>
                      </a:r>
                      <a:endParaRPr lang="en-US" sz="1400" b="0" u="none" strike="noStrike">
                        <a:solidFill>
                          <a:srgbClr val="000000"/>
                        </a:solidFill>
                        <a:effectLst/>
                        <a:uFillTx/>
                        <a:latin typeface="Arial"/>
                      </a:endParaRPr>
                    </a:p>
                  </a:txBody>
                  <a:tcPr anchor="t" marL="91440" marR="91440" marT="45720" marB="45720">
                    <a:lnL w="12240">
                      <a:solidFill>
                        <a:srgbClr val="000000"/>
                      </a:solidFill>
                      <a:prstDash val="solid"/>
                    </a:lnL>
                    <a:lnR w="12240">
                      <a:noFill/>
                      <a:prstDash val="solid"/>
                    </a:lnR>
                    <a:lnT w="12240">
                      <a:noFill/>
                      <a:prstDash val="solid"/>
                    </a:lnT>
                    <a:lnB w="12240">
                      <a:noFill/>
                      <a:prstDash val="solid"/>
                    </a:lnB>
                    <a:noFill/>
                  </a:tcPr>
                </a:tc>
              </a:tr>
            </a:tbl>
          </a:graphicData>
        </a:graphic>
      </p:graphicFrame>
      <p:grpSp>
        <p:nvGrpSpPr>
          <p:cNvPr id="133" name="Group 30"/>
          <p:cNvGrpSpPr/>
          <p:nvPr/>
        </p:nvGrpSpPr>
        <p:grpSpPr>
          <a:xfrm>
            <a:off x="385920" y="4538880"/>
            <a:ext cx="307080" cy="280440"/>
            <a:chOff x="385920" y="4538880"/>
            <a:chExt cx="307080" cy="280440"/>
          </a:xfrm>
        </p:grpSpPr>
        <p:sp>
          <p:nvSpPr>
            <p:cNvPr id="134" name="Isosceles Triangle 31"/>
            <p:cNvSpPr/>
            <p:nvPr/>
          </p:nvSpPr>
          <p:spPr>
            <a:xfrm rot="8295000">
              <a:off x="442800" y="4562640"/>
              <a:ext cx="160560" cy="232560"/>
            </a:xfrm>
            <a:prstGeom prst="triangle">
              <a:avLst>
                <a:gd name="adj" fmla="val 50000"/>
              </a:avLst>
            </a:prstGeom>
            <a:solidFill>
              <a:srgbClr val="00B0F0"/>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IN" sz="1800" b="0" u="none" strike="noStrike">
                <a:solidFill>
                  <a:schemeClr val="lt1"/>
                </a:solidFill>
                <a:effectLst/>
                <a:highlight>
                  <a:srgbClr val="FFFF00"/>
                </a:highlight>
                <a:uFillTx/>
                <a:latin typeface="Aptos"/>
              </a:endParaRPr>
            </a:p>
          </p:txBody>
        </p:sp>
        <p:sp>
          <p:nvSpPr>
            <p:cNvPr id="135" name="Isosceles Triangle 32"/>
            <p:cNvSpPr/>
            <p:nvPr/>
          </p:nvSpPr>
          <p:spPr>
            <a:xfrm rot="11852400">
              <a:off x="558720" y="4589280"/>
              <a:ext cx="113760" cy="153000"/>
            </a:xfrm>
            <a:prstGeom prst="triangle">
              <a:avLst>
                <a:gd name="adj" fmla="val 50000"/>
              </a:avLst>
            </a:prstGeom>
            <a:solidFill>
              <a:srgbClr val="00B0F0"/>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31680" rIns="90000" bIns="31680" anchor="ctr">
              <a:noAutofit/>
            </a:bodyPr>
            <a:p>
              <a:endParaRPr lang="en-IN" sz="1800" b="0" u="none" strike="noStrike">
                <a:solidFill>
                  <a:schemeClr val="lt1"/>
                </a:solidFill>
                <a:effectLst/>
                <a:uFillTx/>
                <a:latin typeface="Aptos"/>
              </a:endParaRPr>
            </a:p>
          </p:txBody>
        </p:sp>
      </p:grpSp>
      <p:sp>
        <p:nvSpPr>
          <p:cNvPr id="136" name="PlaceHolder 1"/>
          <p:cNvSpPr>
            <a:spLocks noGrp="1"/>
          </p:cNvSpPr>
          <p:nvPr>
            <p:ph type="dt" idx="7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1" u="none" strike="noStrike">
                <a:solidFill>
                  <a:schemeClr val="dk1">
                    <a:tint val="82000"/>
                  </a:schemeClr>
                </a:solidFill>
                <a:effectLst/>
                <a:uFillTx/>
                <a:latin typeface="Aptos"/>
              </a:defRPr>
            </a:lvl1pPr>
          </a:lstStyle>
          <a:p>
            <a:pPr indent="0" algn="l" defTabSz="914400">
              <a:lnSpc>
                <a:spcPct val="100000"/>
              </a:lnSpc>
              <a:buNone/>
            </a:pPr>
            <a:r>
              <a:rPr lang="en-US" sz="1200" b="1" u="none" strike="noStrike">
                <a:solidFill>
                  <a:schemeClr val="dk1">
                    <a:tint val="82000"/>
                  </a:schemeClr>
                </a:solidFill>
                <a:effectLst/>
                <a:uFillTx/>
                <a:latin typeface="Aptos"/>
              </a:rPr>
              <a:t>Date</a:t>
            </a:r>
            <a:endParaRPr lang="en-US" sz="1200" b="0" u="none" strike="noStrike">
              <a:solidFill>
                <a:srgbClr val="000000"/>
              </a:solidFill>
              <a:effectLst/>
              <a:uFillTx/>
              <a:latin typeface="Times New Roman"/>
            </a:endParaRPr>
          </a:p>
        </p:txBody>
      </p:sp>
      <p:sp>
        <p:nvSpPr>
          <p:cNvPr id="137" name="PlaceHolder 2"/>
          <p:cNvSpPr>
            <a:spLocks noGrp="1"/>
          </p:cNvSpPr>
          <p:nvPr>
            <p:ph type="ftr" idx="71"/>
          </p:nvPr>
        </p:nvSpPr>
        <p:spPr>
          <a:xfrm>
            <a:off x="4038480" y="6356520"/>
            <a:ext cx="4114440" cy="364680"/>
          </a:xfrm>
          <a:prstGeom prst="rect">
            <a:avLst/>
          </a:prstGeom>
          <a:noFill/>
          <a:ln w="0">
            <a:noFill/>
          </a:ln>
        </p:spPr>
        <p:txBody>
          <a:bodyPr lIns="91440" tIns="45720" rIns="91440" bIns="45720" anchor="ctr">
            <a:noAutofit/>
          </a:bodyPr>
          <a:lstStyle>
            <a:lvl1pPr indent="0" algn="ctr" defTabSz="914400">
              <a:lnSpc>
                <a:spcPct val="100000"/>
              </a:lnSpc>
              <a:buNone/>
              <a:defRPr lang="en-IN" sz="1200" b="1" u="none" strike="noStrike">
                <a:solidFill>
                  <a:schemeClr val="dk1">
                    <a:tint val="82000"/>
                  </a:schemeClr>
                </a:solidFill>
                <a:effectLst/>
                <a:uFillTx/>
                <a:latin typeface="Aptos"/>
              </a:defRPr>
            </a:lvl1pPr>
          </a:lstStyle>
          <a:p>
            <a:pPr indent="0" algn="ctr" defTabSz="914400">
              <a:lnSpc>
                <a:spcPct val="100000"/>
              </a:lnSpc>
              <a:buNone/>
            </a:pPr>
            <a:r>
              <a:rPr lang="en-IN" sz="1200" b="1" u="none" strike="noStrike">
                <a:solidFill>
                  <a:schemeClr val="dk1">
                    <a:tint val="82000"/>
                  </a:schemeClr>
                </a:solidFill>
                <a:effectLst/>
                <a:uFillTx/>
                <a:latin typeface="Aptos"/>
              </a:rPr>
              <a:t>SOA Project Review-1</a:t>
            </a:r>
            <a:endParaRPr lang="en-US" sz="1200" b="0" u="none" strike="noStrike">
              <a:solidFill>
                <a:srgbClr val="000000"/>
              </a:solidFill>
              <a:effectLst/>
              <a:uFillTx/>
              <a:latin typeface="Times New Roman"/>
            </a:endParaRPr>
          </a:p>
        </p:txBody>
      </p:sp>
      <p:sp>
        <p:nvSpPr>
          <p:cNvPr id="138" name="Rectangle: Rounded Corners 3"/>
          <p:cNvSpPr/>
          <p:nvPr/>
        </p:nvSpPr>
        <p:spPr>
          <a:xfrm>
            <a:off x="638280" y="769320"/>
            <a:ext cx="10915200" cy="985320"/>
          </a:xfrm>
          <a:prstGeom prst="roundRect">
            <a:avLst>
              <a:gd name="adj" fmla="val 16667"/>
            </a:avLst>
          </a:prstGeom>
          <a:solidFill>
            <a:srgbClr val="0070C0"/>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endParaRPr lang="en-US" sz="1400" b="0" u="none" strike="noStrike">
              <a:solidFill>
                <a:srgbClr val="FFFFFF"/>
              </a:solidFill>
              <a:effectLst/>
              <a:uFillTx/>
              <a:latin typeface="Arial"/>
            </a:endParaRPr>
          </a:p>
          <a:p>
            <a:pPr algn="ctr" defTabSz="914400">
              <a:lnSpc>
                <a:spcPct val="100000"/>
              </a:lnSpc>
              <a:tabLst>
                <a:tab pos="0" algn="l"/>
              </a:tabLst>
            </a:pPr>
            <a:endParaRPr lang="en-US" sz="2800" b="0" u="none" strike="noStrike">
              <a:solidFill>
                <a:srgbClr val="FFFFFF"/>
              </a:solidFill>
              <a:effectLst/>
              <a:uFillTx/>
              <a:latin typeface="Arial"/>
            </a:endParaRPr>
          </a:p>
          <a:p>
            <a:pPr algn="ctr" defTabSz="914400">
              <a:lnSpc>
                <a:spcPct val="100000"/>
              </a:lnSpc>
              <a:tabLst>
                <a:tab pos="0" algn="l"/>
              </a:tabLst>
            </a:pPr>
            <a:endParaRPr lang="en-US" sz="1800" b="0" u="none" strike="noStrike">
              <a:solidFill>
                <a:srgbClr val="FFFFFF"/>
              </a:solidFill>
              <a:effectLst/>
              <a:uFillTx/>
              <a:latin typeface="Arial"/>
            </a:endParaRPr>
          </a:p>
        </p:txBody>
      </p:sp>
      <p:pic>
        <p:nvPicPr>
          <p:cNvPr id="139" name="Picture 6"/>
          <p:cNvPicPr/>
          <p:nvPr/>
        </p:nvPicPr>
        <p:blipFill>
          <a:blip r:embed="rId1"/>
          <a:stretch/>
        </p:blipFill>
        <p:spPr>
          <a:xfrm>
            <a:off x="10249560" y="0"/>
            <a:ext cx="1942200" cy="622080"/>
          </a:xfrm>
          <a:prstGeom prst="rect">
            <a:avLst/>
          </a:prstGeom>
          <a:noFill/>
          <a:ln w="0">
            <a:noFill/>
          </a:ln>
        </p:spPr>
      </p:pic>
      <p:sp>
        <p:nvSpPr>
          <p:cNvPr id="140" name="TextBox 13"/>
          <p:cNvSpPr/>
          <p:nvPr/>
        </p:nvSpPr>
        <p:spPr>
          <a:xfrm>
            <a:off x="738360" y="810720"/>
            <a:ext cx="10715400" cy="10054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IN" sz="2000" b="1" u="none" strike="noStrike">
                <a:solidFill>
                  <a:schemeClr val="lt1"/>
                </a:solidFill>
                <a:effectLst/>
                <a:uFillTx/>
                <a:latin typeface="Times New Roman"/>
              </a:rPr>
              <a:t>Agentic AI Food Donation Management System using Service-Oriented Architecture with ChatGPT, GitHub Copilot, Lucidchart AI, Jira AI and Postman Agent Mode</a:t>
            </a:r>
            <a:endParaRPr lang="en-US" sz="2000" b="0" u="none" strike="noStrike">
              <a:solidFill>
                <a:srgbClr val="000000"/>
              </a:solidFill>
              <a:effectLst/>
              <a:uFillTx/>
              <a:latin typeface="Arial"/>
            </a:endParaRPr>
          </a:p>
        </p:txBody>
      </p:sp>
      <p:sp>
        <p:nvSpPr>
          <p:cNvPr id="141" name="TextBox 16"/>
          <p:cNvSpPr/>
          <p:nvPr/>
        </p:nvSpPr>
        <p:spPr>
          <a:xfrm>
            <a:off x="738360" y="2246760"/>
            <a:ext cx="10715400" cy="5842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IN" sz="3200" b="1" u="none" strike="noStrike">
                <a:solidFill>
                  <a:schemeClr val="dk1"/>
                </a:solidFill>
                <a:effectLst/>
                <a:uFillTx/>
                <a:latin typeface="Times New Roman"/>
              </a:rPr>
              <a:t>SOA Project Review-1</a:t>
            </a:r>
            <a:endParaRPr lang="en-US" sz="3200" b="0" u="none" strike="noStrike">
              <a:solidFill>
                <a:srgbClr val="000000"/>
              </a:solidFill>
              <a:effectLst/>
              <a:uFillTx/>
              <a:latin typeface="Arial"/>
            </a:endParaRPr>
          </a:p>
        </p:txBody>
      </p:sp>
      <p:sp>
        <p:nvSpPr>
          <p:cNvPr id="4" name="PlaceHolder 3"/>
          <p:cNvSpPr>
            <a:spLocks noGrp="1"/>
          </p:cNvSpPr>
          <p:nvPr>
            <p:ph type="sldNum" idx="3"/>
          </p:nvPr>
        </p:nvSpPr>
        <p:spPr/>
        <p:txBody>
          <a:bodyPr/>
          <a:p>
            <a:fld id="{FAA3AC49-2D2A-42E8-AE5C-F21150DDA19F}"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dt" idx="72"/>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a:endParaRPr>
          </a:p>
        </p:txBody>
      </p:sp>
      <p:sp>
        <p:nvSpPr>
          <p:cNvPr id="143" name="PlaceHolder 2"/>
          <p:cNvSpPr>
            <a:spLocks noGrp="1"/>
          </p:cNvSpPr>
          <p:nvPr>
            <p:ph type="ftr" idx="73"/>
          </p:nvPr>
        </p:nvSpPr>
        <p:spPr>
          <a:xfrm>
            <a:off x="4038480" y="6356520"/>
            <a:ext cx="41144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a:endParaRPr>
          </a:p>
        </p:txBody>
      </p:sp>
      <p:sp>
        <p:nvSpPr>
          <p:cNvPr id="144" name="PlaceHolder 3"/>
          <p:cNvSpPr>
            <a:spLocks noGrp="1"/>
          </p:cNvSpPr>
          <p:nvPr>
            <p:ph type="sldNum" idx="74"/>
          </p:nvPr>
        </p:nvSpPr>
        <p:spPr>
          <a:xfrm>
            <a:off x="8610480" y="6356520"/>
            <a:ext cx="2742840" cy="36468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1200" b="0" u="none" strike="noStrike">
                <a:solidFill>
                  <a:srgbClr val="8B8B8B"/>
                </a:solidFill>
                <a:effectLst/>
                <a:uFillTx/>
                <a:latin typeface="Calibri"/>
              </a:defRPr>
            </a:lvl1pPr>
          </a:lstStyle>
          <a:p>
            <a:pPr indent="0" algn="r" defTabSz="457200">
              <a:lnSpc>
                <a:spcPct val="100000"/>
              </a:lnSpc>
              <a:buNone/>
              <a:tabLst>
                <a:tab pos="0" algn="l"/>
              </a:tabLst>
            </a:pPr>
            <a:fld id="{A8241CF7-CC6E-46BA-A7D5-B35F79FE9AC4}" type="slidenum">
              <a:rPr lang="en-IN" sz="1200" b="0" u="none" strike="noStrike">
                <a:solidFill>
                  <a:srgbClr val="8B8B8B"/>
                </a:solidFill>
                <a:effectLst/>
                <a:uFillTx/>
                <a:latin typeface="Calibri"/>
              </a:rPr>
              <a:t>&lt;number&gt;</a:t>
            </a:fld>
            <a:endParaRPr lang="en-US" sz="1200" b="0" u="none" strike="noStrike">
              <a:solidFill>
                <a:srgbClr val="000000"/>
              </a:solidFill>
              <a:effectLst/>
              <a:uFillTx/>
              <a:latin typeface="Times New Roman"/>
            </a:endParaRPr>
          </a:p>
        </p:txBody>
      </p:sp>
      <p:sp>
        <p:nvSpPr>
          <p:cNvPr id="145" name="TextBox 8"/>
          <p:cNvSpPr/>
          <p:nvPr/>
        </p:nvSpPr>
        <p:spPr>
          <a:xfrm>
            <a:off x="3020760" y="173520"/>
            <a:ext cx="5853960" cy="645840"/>
          </a:xfrm>
          <a:prstGeom prst="rect">
            <a:avLst/>
          </a:prstGeom>
          <a:solidFill>
            <a:srgbClr val="FFFFFF"/>
          </a:solidFill>
          <a:ln>
            <a:noFill/>
          </a:ln>
        </p:spPr>
        <p:style>
          <a:lnRef idx="2">
            <a:schemeClr val="accent2"/>
          </a:lnRef>
          <a:fillRef idx="1">
            <a:schemeClr val="lt1"/>
          </a:fillRef>
          <a:effectRef idx="0">
            <a:schemeClr val="accent2"/>
          </a:effectRef>
          <a:fontRef idx="minor"/>
        </p:style>
        <p:txBody>
          <a:bodyPr lIns="90000" tIns="45000" rIns="90000" bIns="45000" anchor="t">
            <a:spAutoFit/>
          </a:bodyPr>
          <a:p>
            <a:pPr algn="ctr" defTabSz="457200">
              <a:lnSpc>
                <a:spcPct val="100000"/>
              </a:lnSpc>
              <a:tabLst>
                <a:tab pos="0" algn="l"/>
              </a:tabLst>
            </a:pPr>
            <a:r>
              <a:rPr lang="en-IN" sz="3600" b="1" u="none" strike="noStrike">
                <a:solidFill>
                  <a:srgbClr val="4472C4"/>
                </a:solidFill>
                <a:effectLst/>
                <a:uFillTx/>
                <a:latin typeface="Times New Roman"/>
                <a:ea typeface="Cambria"/>
              </a:rPr>
              <a:t>Outline of Project Work</a:t>
            </a:r>
            <a:endParaRPr lang="en-US" sz="3600" b="0" u="none" strike="noStrike">
              <a:solidFill>
                <a:srgbClr val="000000"/>
              </a:solidFill>
              <a:effectLst/>
              <a:uFillTx/>
              <a:latin typeface="Arial"/>
            </a:endParaRPr>
          </a:p>
        </p:txBody>
      </p:sp>
      <p:grpSp>
        <p:nvGrpSpPr>
          <p:cNvPr id="146" name="Group 7"/>
          <p:cNvGrpSpPr/>
          <p:nvPr/>
        </p:nvGrpSpPr>
        <p:grpSpPr>
          <a:xfrm>
            <a:off x="2001240" y="1378080"/>
            <a:ext cx="6784200" cy="4438800"/>
            <a:chOff x="2001240" y="1378080"/>
            <a:chExt cx="6784200" cy="4438800"/>
          </a:xfrm>
        </p:grpSpPr>
        <p:sp>
          <p:nvSpPr>
            <p:cNvPr id="147" name="TextBox 15"/>
            <p:cNvSpPr/>
            <p:nvPr/>
          </p:nvSpPr>
          <p:spPr>
            <a:xfrm>
              <a:off x="2747160" y="2978640"/>
              <a:ext cx="4267080" cy="96012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lIns="90000" tIns="45000" rIns="90000" bIns="45000" anchor="t">
              <a:spAutoFit/>
            </a:bodyPr>
            <a:p>
              <a:pPr marL="430200" indent="-343080" defTabSz="457200">
                <a:lnSpc>
                  <a:spcPct val="150000"/>
                </a:lnSpc>
                <a:buClr>
                  <a:srgbClr val="FFFFFF"/>
                </a:buClr>
                <a:buFont typeface="Arial"/>
                <a:buChar char="•"/>
                <a:tabLst>
                  <a:tab pos="444600" algn="l"/>
                </a:tabLst>
              </a:pPr>
              <a:r>
                <a:rPr lang="en-US" sz="2000" b="1" u="none" strike="noStrike">
                  <a:solidFill>
                    <a:srgbClr val="FFFFFF"/>
                  </a:solidFill>
                  <a:effectLst/>
                  <a:uFillTx/>
                  <a:latin typeface="Times New Roman"/>
                  <a:ea typeface="Calibri"/>
                </a:rPr>
                <a:t>Challenges</a:t>
              </a:r>
              <a:endParaRPr lang="en-US" sz="2000" b="0" u="none" strike="noStrike">
                <a:solidFill>
                  <a:srgbClr val="FFFFFF"/>
                </a:solidFill>
                <a:effectLst/>
                <a:uFillTx/>
                <a:latin typeface="Arial"/>
              </a:endParaRPr>
            </a:p>
            <a:p>
              <a:pPr defTabSz="457200">
                <a:lnSpc>
                  <a:spcPct val="150000"/>
                </a:lnSpc>
                <a:tabLst>
                  <a:tab pos="444600" algn="l"/>
                </a:tabLst>
              </a:pPr>
              <a:endParaRPr lang="en-US" sz="2000" b="0" u="none" strike="noStrike">
                <a:solidFill>
                  <a:srgbClr val="FFFFFF"/>
                </a:solidFill>
                <a:effectLst/>
                <a:uFillTx/>
                <a:latin typeface="Arial"/>
              </a:endParaRPr>
            </a:p>
          </p:txBody>
        </p:sp>
        <p:sp>
          <p:nvSpPr>
            <p:cNvPr id="148" name="TextBox 17"/>
            <p:cNvSpPr/>
            <p:nvPr/>
          </p:nvSpPr>
          <p:spPr>
            <a:xfrm>
              <a:off x="2994480" y="3474720"/>
              <a:ext cx="4374360" cy="87336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lIns="90000" tIns="45000" rIns="90000" bIns="45000" anchor="t">
              <a:spAutoFit/>
            </a:bodyPr>
            <a:p>
              <a:pPr marL="430200" indent="-343080" defTabSz="457200">
                <a:lnSpc>
                  <a:spcPct val="150000"/>
                </a:lnSpc>
                <a:buClr>
                  <a:srgbClr val="FFFFFF"/>
                </a:buClr>
                <a:buFont typeface="Arial"/>
                <a:buChar char="•"/>
                <a:tabLst>
                  <a:tab pos="444600" algn="l"/>
                </a:tabLst>
              </a:pPr>
              <a:r>
                <a:rPr lang="en-US" sz="1800" b="1" u="none" strike="noStrike">
                  <a:solidFill>
                    <a:srgbClr val="FFFFFF"/>
                  </a:solidFill>
                  <a:effectLst/>
                  <a:uFillTx/>
                  <a:latin typeface="Times New Roman"/>
                  <a:ea typeface="Calibri"/>
                </a:rPr>
                <a:t>Research Objectives</a:t>
              </a:r>
              <a:endParaRPr lang="en-US" sz="1800" b="0" u="none" strike="noStrike">
                <a:solidFill>
                  <a:srgbClr val="FFFFFF"/>
                </a:solidFill>
                <a:effectLst/>
                <a:uFillTx/>
                <a:latin typeface="Arial"/>
              </a:endParaRPr>
            </a:p>
            <a:p>
              <a:pPr defTabSz="457200">
                <a:lnSpc>
                  <a:spcPct val="150000"/>
                </a:lnSpc>
                <a:tabLst>
                  <a:tab pos="444600" algn="l"/>
                </a:tabLst>
              </a:pPr>
              <a:endParaRPr lang="en-US" sz="1800" b="0" u="none" strike="noStrike">
                <a:solidFill>
                  <a:srgbClr val="FFFFFF"/>
                </a:solidFill>
                <a:effectLst/>
                <a:uFillTx/>
                <a:latin typeface="Arial"/>
              </a:endParaRPr>
            </a:p>
          </p:txBody>
        </p:sp>
        <p:sp>
          <p:nvSpPr>
            <p:cNvPr id="149" name="TextBox 19"/>
            <p:cNvSpPr/>
            <p:nvPr/>
          </p:nvSpPr>
          <p:spPr>
            <a:xfrm>
              <a:off x="3211560" y="4054320"/>
              <a:ext cx="4529160" cy="93744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lIns="90000" tIns="45000" rIns="90000" bIns="45000" anchor="t">
              <a:spAutoFit/>
            </a:bodyPr>
            <a:p>
              <a:pPr marL="430200" indent="-343080" defTabSz="457200">
                <a:lnSpc>
                  <a:spcPct val="150000"/>
                </a:lnSpc>
                <a:spcBef>
                  <a:spcPts val="505"/>
                </a:spcBef>
                <a:buClr>
                  <a:srgbClr val="FFFFFF"/>
                </a:buClr>
                <a:buFont typeface="Arial"/>
                <a:buChar char="•"/>
                <a:tabLst>
                  <a:tab pos="444600" algn="l"/>
                </a:tabLst>
              </a:pPr>
              <a:r>
                <a:rPr lang="en-US" sz="1800" b="1" u="none" strike="noStrike">
                  <a:solidFill>
                    <a:srgbClr val="FFFFFF"/>
                  </a:solidFill>
                  <a:effectLst/>
                  <a:uFillTx/>
                  <a:latin typeface="Times New Roman"/>
                  <a:ea typeface="Calibri"/>
                </a:rPr>
                <a:t>Conclusion &amp; Future Work</a:t>
              </a:r>
              <a:endParaRPr lang="en-US" sz="1800" b="0" u="none" strike="noStrike">
                <a:solidFill>
                  <a:srgbClr val="FFFFFF"/>
                </a:solidFill>
                <a:effectLst/>
                <a:uFillTx/>
                <a:latin typeface="Arial"/>
              </a:endParaRPr>
            </a:p>
            <a:p>
              <a:pPr defTabSz="457200">
                <a:lnSpc>
                  <a:spcPct val="150000"/>
                </a:lnSpc>
                <a:spcBef>
                  <a:spcPts val="505"/>
                </a:spcBef>
                <a:tabLst>
                  <a:tab pos="444600" algn="l"/>
                </a:tabLst>
              </a:pPr>
              <a:endParaRPr lang="en-US" sz="1800" b="0" u="none" strike="noStrike">
                <a:solidFill>
                  <a:srgbClr val="FFFFFF"/>
                </a:solidFill>
                <a:effectLst/>
                <a:uFillTx/>
                <a:latin typeface="Arial"/>
              </a:endParaRPr>
            </a:p>
          </p:txBody>
        </p:sp>
        <p:sp>
          <p:nvSpPr>
            <p:cNvPr id="150" name="TextBox 21"/>
            <p:cNvSpPr/>
            <p:nvPr/>
          </p:nvSpPr>
          <p:spPr>
            <a:xfrm>
              <a:off x="3497760" y="4601520"/>
              <a:ext cx="4774320" cy="91944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lIns="90000" tIns="45000" rIns="90000" bIns="45000" anchor="t">
              <a:spAutoFit/>
            </a:bodyPr>
            <a:p>
              <a:pPr marL="430200" indent="-343080" defTabSz="457200">
                <a:lnSpc>
                  <a:spcPct val="150000"/>
                </a:lnSpc>
                <a:spcBef>
                  <a:spcPts val="505"/>
                </a:spcBef>
                <a:buClr>
                  <a:srgbClr val="FFFFFF"/>
                </a:buClr>
                <a:buFont typeface="Arial"/>
                <a:buChar char="•"/>
                <a:tabLst>
                  <a:tab pos="444600" algn="l"/>
                </a:tabLst>
              </a:pPr>
              <a:r>
                <a:rPr lang="en-US" sz="2000" b="1" u="none" strike="noStrike">
                  <a:solidFill>
                    <a:srgbClr val="FFFFFF"/>
                  </a:solidFill>
                  <a:effectLst/>
                  <a:uFillTx/>
                  <a:latin typeface="Times New Roman"/>
                  <a:ea typeface="Calibri"/>
                </a:rPr>
                <a:t>References</a:t>
              </a:r>
              <a:br>
                <a:rPr sz="1800"/>
              </a:br>
              <a:r>
                <a:rPr lang="en-US" sz="1800" b="1" u="none" strike="noStrike">
                  <a:solidFill>
                    <a:srgbClr val="FFFFFF"/>
                  </a:solidFill>
                  <a:effectLst/>
                  <a:uFillTx/>
                  <a:latin typeface="Times New Roman"/>
                </a:rPr>
                <a:t> </a:t>
              </a:r>
              <a:endParaRPr lang="en-US" sz="1800" b="0" u="none" strike="noStrike">
                <a:solidFill>
                  <a:srgbClr val="FFFFFF"/>
                </a:solidFill>
                <a:effectLst/>
                <a:uFillTx/>
                <a:latin typeface="Arial"/>
              </a:endParaRPr>
            </a:p>
          </p:txBody>
        </p:sp>
        <p:sp>
          <p:nvSpPr>
            <p:cNvPr id="151" name="TextBox 23"/>
            <p:cNvSpPr/>
            <p:nvPr/>
          </p:nvSpPr>
          <p:spPr>
            <a:xfrm>
              <a:off x="3894120" y="5204520"/>
              <a:ext cx="4891320" cy="61236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lIns="90000" tIns="45000" rIns="90000" bIns="45000" anchor="t">
              <a:spAutoFit/>
            </a:bodyPr>
            <a:p>
              <a:pPr marL="430200" indent="-343080" defTabSz="457200">
                <a:lnSpc>
                  <a:spcPct val="150000"/>
                </a:lnSpc>
                <a:spcBef>
                  <a:spcPts val="505"/>
                </a:spcBef>
                <a:buClr>
                  <a:srgbClr val="FFFFFF"/>
                </a:buClr>
                <a:buFont typeface="Arial"/>
                <a:buChar char="•"/>
                <a:tabLst>
                  <a:tab pos="444600" algn="l"/>
                </a:tabLst>
              </a:pPr>
              <a:r>
                <a:rPr lang="en-US" sz="1800" b="1" u="none" strike="noStrike">
                  <a:solidFill>
                    <a:srgbClr val="FFFFFF"/>
                  </a:solidFill>
                  <a:effectLst/>
                  <a:uFillTx/>
                  <a:latin typeface="Times New Roman"/>
                  <a:ea typeface="Calibri"/>
                </a:rPr>
                <a:t>Publications Details</a:t>
              </a:r>
              <a:endParaRPr lang="en-US" sz="1800" b="0" u="none" strike="noStrike">
                <a:solidFill>
                  <a:srgbClr val="FFFFFF"/>
                </a:solidFill>
                <a:effectLst/>
                <a:uFillTx/>
                <a:latin typeface="Arial"/>
              </a:endParaRPr>
            </a:p>
            <a:p>
              <a:pPr defTabSz="457200">
                <a:lnSpc>
                  <a:spcPct val="150000"/>
                </a:lnSpc>
                <a:spcBef>
                  <a:spcPts val="505"/>
                </a:spcBef>
                <a:tabLst>
                  <a:tab pos="444600" algn="l"/>
                </a:tabLst>
              </a:pPr>
              <a:endParaRPr lang="en-US" sz="100" b="0" u="none" strike="noStrike">
                <a:solidFill>
                  <a:srgbClr val="FFFFFF"/>
                </a:solidFill>
                <a:effectLst/>
                <a:uFillTx/>
                <a:latin typeface="Arial"/>
              </a:endParaRPr>
            </a:p>
          </p:txBody>
        </p:sp>
        <p:pic>
          <p:nvPicPr>
            <p:cNvPr id="152" name="Graphic 6"/>
            <p:cNvPicPr/>
            <p:nvPr/>
          </p:nvPicPr>
          <p:blipFill>
            <a:blip r:embed="rId1">
              <a:extLst>
                <a:ext uri="{96DAC541-7B7A-43D3-8B79-37D633B846F1}">
                  <asvg:svgBlip xmlns:asvg="http://schemas.microsoft.com/office/drawing/2016/SVG/main" r:embed="rId2"/>
                </a:ext>
              </a:extLst>
            </a:blip>
            <a:stretch/>
          </p:blipFill>
          <p:spPr>
            <a:xfrm flipH="1" rot="21415800">
              <a:off x="8301240" y="4723920"/>
              <a:ext cx="455400" cy="536040"/>
            </a:xfrm>
            <a:prstGeom prst="rect">
              <a:avLst/>
            </a:prstGeom>
            <a:noFill/>
            <a:ln w="0">
              <a:noFill/>
            </a:ln>
          </p:spPr>
        </p:pic>
        <p:sp>
          <p:nvSpPr>
            <p:cNvPr id="153" name="Content Placeholder 11"/>
            <p:cNvSpPr/>
            <p:nvPr/>
          </p:nvSpPr>
          <p:spPr>
            <a:xfrm>
              <a:off x="2001240" y="1378080"/>
              <a:ext cx="3547800" cy="74880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anchor="t">
              <a:normAutofit/>
            </a:bodyPr>
            <a:p>
              <a:pPr marL="430200" indent="-343080" defTabSz="914400">
                <a:lnSpc>
                  <a:spcPct val="150000"/>
                </a:lnSpc>
                <a:buClr>
                  <a:srgbClr val="FFFFFF"/>
                </a:buClr>
                <a:buFont typeface="Arial"/>
                <a:buChar char="•"/>
                <a:tabLst>
                  <a:tab pos="444600" algn="l"/>
                </a:tabLst>
              </a:pPr>
              <a:r>
                <a:rPr lang="en-US" sz="2000" b="1" u="none" strike="noStrike">
                  <a:solidFill>
                    <a:srgbClr val="FFFFFF"/>
                  </a:solidFill>
                  <a:effectLst/>
                  <a:uFillTx/>
                  <a:latin typeface="Times New Roman"/>
                  <a:ea typeface="Calibri"/>
                </a:rPr>
                <a:t>Focus</a:t>
              </a:r>
              <a:endParaRPr lang="en-US" sz="2000" b="0" u="none" strike="noStrike">
                <a:solidFill>
                  <a:srgbClr val="FFFFFF"/>
                </a:solidFill>
                <a:effectLst/>
                <a:uFillTx/>
                <a:latin typeface="Arial"/>
              </a:endParaRPr>
            </a:p>
            <a:p>
              <a:pPr defTabSz="914400">
                <a:lnSpc>
                  <a:spcPct val="150000"/>
                </a:lnSpc>
                <a:tabLst>
                  <a:tab pos="444600" algn="l"/>
                </a:tabLst>
              </a:pPr>
              <a:endParaRPr lang="en-US" sz="2000" b="0" u="none" strike="noStrike">
                <a:solidFill>
                  <a:srgbClr val="FFFFFF"/>
                </a:solidFill>
                <a:effectLst/>
                <a:uFillTx/>
                <a:latin typeface="Arial"/>
              </a:endParaRPr>
            </a:p>
            <a:p>
              <a:pPr defTabSz="914400">
                <a:lnSpc>
                  <a:spcPct val="150000"/>
                </a:lnSpc>
                <a:tabLst>
                  <a:tab pos="444600" algn="l"/>
                </a:tabLst>
              </a:pPr>
              <a:endParaRPr lang="en-US" sz="2000" b="0" u="none" strike="noStrike">
                <a:solidFill>
                  <a:srgbClr val="FFFFFF"/>
                </a:solidFill>
                <a:effectLst/>
                <a:uFillTx/>
                <a:latin typeface="Arial"/>
              </a:endParaRPr>
            </a:p>
            <a:p>
              <a:pPr defTabSz="914400">
                <a:lnSpc>
                  <a:spcPct val="150000"/>
                </a:lnSpc>
                <a:tabLst>
                  <a:tab pos="444600" algn="l"/>
                </a:tabLst>
              </a:pPr>
              <a:endParaRPr lang="en-US" sz="2000" b="0" u="none" strike="noStrike">
                <a:solidFill>
                  <a:srgbClr val="FFFFFF"/>
                </a:solidFill>
                <a:effectLst/>
                <a:uFillTx/>
                <a:latin typeface="Arial"/>
              </a:endParaRPr>
            </a:p>
            <a:p>
              <a:pPr defTabSz="914400">
                <a:lnSpc>
                  <a:spcPct val="150000"/>
                </a:lnSpc>
                <a:tabLst>
                  <a:tab pos="444600" algn="l"/>
                </a:tabLst>
              </a:pPr>
              <a:endParaRPr lang="en-US" sz="2000" b="0" u="none" strike="noStrike">
                <a:solidFill>
                  <a:srgbClr val="FFFFFF"/>
                </a:solidFill>
                <a:effectLst/>
                <a:uFillTx/>
                <a:latin typeface="Arial"/>
              </a:endParaRPr>
            </a:p>
            <a:p>
              <a:pPr defTabSz="914400">
                <a:lnSpc>
                  <a:spcPct val="150000"/>
                </a:lnSpc>
                <a:spcBef>
                  <a:spcPts val="505"/>
                </a:spcBef>
                <a:tabLst>
                  <a:tab pos="444600" algn="l"/>
                </a:tabLst>
              </a:pPr>
              <a:endParaRPr lang="en-US" sz="2000" b="0" u="none" strike="noStrike">
                <a:solidFill>
                  <a:srgbClr val="FFFFFF"/>
                </a:solidFill>
                <a:effectLst/>
                <a:uFillTx/>
                <a:latin typeface="Arial"/>
              </a:endParaRPr>
            </a:p>
            <a:p>
              <a:pPr defTabSz="914400">
                <a:lnSpc>
                  <a:spcPct val="130000"/>
                </a:lnSpc>
                <a:spcBef>
                  <a:spcPts val="505"/>
                </a:spcBef>
                <a:tabLst>
                  <a:tab pos="444600" algn="l"/>
                </a:tabLst>
              </a:pPr>
              <a:endParaRPr lang="en-US" sz="2200" b="0" u="none" strike="noStrike">
                <a:solidFill>
                  <a:srgbClr val="FFFFFF"/>
                </a:solidFill>
                <a:effectLst/>
                <a:uFillTx/>
                <a:latin typeface="Arial"/>
              </a:endParaRPr>
            </a:p>
            <a:p>
              <a:pPr defTabSz="914400">
                <a:lnSpc>
                  <a:spcPct val="130000"/>
                </a:lnSpc>
                <a:spcBef>
                  <a:spcPts val="505"/>
                </a:spcBef>
                <a:tabLst>
                  <a:tab pos="444600" algn="l"/>
                </a:tabLst>
              </a:pPr>
              <a:endParaRPr lang="en-US" sz="2200" b="0" u="none" strike="noStrike">
                <a:solidFill>
                  <a:srgbClr val="FFFFFF"/>
                </a:solidFill>
                <a:effectLst/>
                <a:uFillTx/>
                <a:latin typeface="Arial"/>
              </a:endParaRPr>
            </a:p>
            <a:p>
              <a:pPr defTabSz="914400">
                <a:lnSpc>
                  <a:spcPct val="100000"/>
                </a:lnSpc>
                <a:tabLst>
                  <a:tab pos="444600" algn="l"/>
                </a:tabLst>
              </a:pPr>
              <a:endParaRPr lang="en-US" sz="2400" b="0" u="none" strike="noStrike">
                <a:solidFill>
                  <a:srgbClr val="FFFFFF"/>
                </a:solidFill>
                <a:effectLst/>
                <a:uFillTx/>
                <a:latin typeface="Arial"/>
              </a:endParaRPr>
            </a:p>
          </p:txBody>
        </p:sp>
        <p:sp>
          <p:nvSpPr>
            <p:cNvPr id="154" name="Content Placeholder 11"/>
            <p:cNvSpPr/>
            <p:nvPr/>
          </p:nvSpPr>
          <p:spPr>
            <a:xfrm>
              <a:off x="2281680" y="1939320"/>
              <a:ext cx="3885840" cy="66600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anchor="t">
              <a:normAutofit/>
            </a:bodyPr>
            <a:p>
              <a:pPr marL="430200" indent="-343080" defTabSz="914400">
                <a:lnSpc>
                  <a:spcPct val="150000"/>
                </a:lnSpc>
                <a:buClr>
                  <a:srgbClr val="FFFFFF"/>
                </a:buClr>
                <a:buFont typeface="Arial"/>
                <a:buChar char="•"/>
                <a:tabLst>
                  <a:tab pos="444600" algn="l"/>
                </a:tabLst>
              </a:pPr>
              <a:r>
                <a:rPr lang="en-US" sz="2000" b="1" u="none" strike="noStrike">
                  <a:solidFill>
                    <a:srgbClr val="FFFFFF"/>
                  </a:solidFill>
                  <a:effectLst/>
                  <a:uFillTx/>
                  <a:latin typeface="Times New Roman"/>
                  <a:ea typeface="Calibri"/>
                </a:rPr>
                <a:t>Introduction</a:t>
              </a:r>
              <a:endParaRPr lang="en-US" sz="2000" b="0" u="none" strike="noStrike">
                <a:solidFill>
                  <a:srgbClr val="FFFFFF"/>
                </a:solidFill>
                <a:effectLst/>
                <a:uFillTx/>
                <a:latin typeface="Arial"/>
              </a:endParaRPr>
            </a:p>
            <a:p>
              <a:pPr defTabSz="914400">
                <a:lnSpc>
                  <a:spcPct val="150000"/>
                </a:lnSpc>
                <a:tabLst>
                  <a:tab pos="444600" algn="l"/>
                </a:tabLst>
              </a:pPr>
              <a:endParaRPr lang="en-US" sz="2000" b="0" u="none" strike="noStrike">
                <a:solidFill>
                  <a:srgbClr val="FFFFFF"/>
                </a:solidFill>
                <a:effectLst/>
                <a:uFillTx/>
                <a:latin typeface="Arial"/>
              </a:endParaRPr>
            </a:p>
            <a:p>
              <a:pPr defTabSz="914400">
                <a:lnSpc>
                  <a:spcPct val="150000"/>
                </a:lnSpc>
                <a:tabLst>
                  <a:tab pos="444600" algn="l"/>
                </a:tabLst>
              </a:pPr>
              <a:endParaRPr lang="en-US" sz="2000" b="0" u="none" strike="noStrike">
                <a:solidFill>
                  <a:srgbClr val="FFFFFF"/>
                </a:solidFill>
                <a:effectLst/>
                <a:uFillTx/>
                <a:latin typeface="Arial"/>
              </a:endParaRPr>
            </a:p>
            <a:p>
              <a:pPr defTabSz="914400">
                <a:lnSpc>
                  <a:spcPct val="150000"/>
                </a:lnSpc>
                <a:tabLst>
                  <a:tab pos="444600" algn="l"/>
                </a:tabLst>
              </a:pPr>
              <a:endParaRPr lang="en-US" sz="2000" b="0" u="none" strike="noStrike">
                <a:solidFill>
                  <a:srgbClr val="FFFFFF"/>
                </a:solidFill>
                <a:effectLst/>
                <a:uFillTx/>
                <a:latin typeface="Arial"/>
              </a:endParaRPr>
            </a:p>
            <a:p>
              <a:pPr defTabSz="914400">
                <a:lnSpc>
                  <a:spcPct val="150000"/>
                </a:lnSpc>
                <a:tabLst>
                  <a:tab pos="444600" algn="l"/>
                </a:tabLst>
              </a:pPr>
              <a:endParaRPr lang="en-US" sz="2000" b="0" u="none" strike="noStrike">
                <a:solidFill>
                  <a:srgbClr val="FFFFFF"/>
                </a:solidFill>
                <a:effectLst/>
                <a:uFillTx/>
                <a:latin typeface="Arial"/>
              </a:endParaRPr>
            </a:p>
            <a:p>
              <a:pPr defTabSz="914400">
                <a:lnSpc>
                  <a:spcPct val="150000"/>
                </a:lnSpc>
                <a:spcBef>
                  <a:spcPts val="505"/>
                </a:spcBef>
                <a:tabLst>
                  <a:tab pos="444600" algn="l"/>
                </a:tabLst>
              </a:pPr>
              <a:endParaRPr lang="en-US" sz="2000" b="0" u="none" strike="noStrike">
                <a:solidFill>
                  <a:srgbClr val="FFFFFF"/>
                </a:solidFill>
                <a:effectLst/>
                <a:uFillTx/>
                <a:latin typeface="Arial"/>
              </a:endParaRPr>
            </a:p>
            <a:p>
              <a:pPr defTabSz="914400">
                <a:lnSpc>
                  <a:spcPct val="130000"/>
                </a:lnSpc>
                <a:spcBef>
                  <a:spcPts val="505"/>
                </a:spcBef>
                <a:tabLst>
                  <a:tab pos="444600" algn="l"/>
                </a:tabLst>
              </a:pPr>
              <a:endParaRPr lang="en-US" sz="2200" b="0" u="none" strike="noStrike">
                <a:solidFill>
                  <a:srgbClr val="FFFFFF"/>
                </a:solidFill>
                <a:effectLst/>
                <a:uFillTx/>
                <a:latin typeface="Arial"/>
              </a:endParaRPr>
            </a:p>
            <a:p>
              <a:pPr defTabSz="914400">
                <a:lnSpc>
                  <a:spcPct val="130000"/>
                </a:lnSpc>
                <a:spcBef>
                  <a:spcPts val="505"/>
                </a:spcBef>
                <a:tabLst>
                  <a:tab pos="444600" algn="l"/>
                </a:tabLst>
              </a:pPr>
              <a:endParaRPr lang="en-US" sz="2200" b="0" u="none" strike="noStrike">
                <a:solidFill>
                  <a:srgbClr val="FFFFFF"/>
                </a:solidFill>
                <a:effectLst/>
                <a:uFillTx/>
                <a:latin typeface="Arial"/>
              </a:endParaRPr>
            </a:p>
            <a:p>
              <a:pPr defTabSz="914400">
                <a:lnSpc>
                  <a:spcPct val="100000"/>
                </a:lnSpc>
                <a:tabLst>
                  <a:tab pos="444600" algn="l"/>
                </a:tabLst>
              </a:pPr>
              <a:endParaRPr lang="en-US" sz="2400" b="0" u="none" strike="noStrike">
                <a:solidFill>
                  <a:srgbClr val="FFFFFF"/>
                </a:solidFill>
                <a:effectLst/>
                <a:uFillTx/>
                <a:latin typeface="Arial"/>
              </a:endParaRPr>
            </a:p>
          </p:txBody>
        </p:sp>
        <p:pic>
          <p:nvPicPr>
            <p:cNvPr id="155" name="Graphic 35"/>
            <p:cNvPicPr/>
            <p:nvPr/>
          </p:nvPicPr>
          <p:blipFill>
            <a:blip r:embed="rId3">
              <a:extLst>
                <a:ext uri="{96DAC541-7B7A-43D3-8B79-37D633B846F1}">
                  <asvg:svgBlip xmlns:asvg="http://schemas.microsoft.com/office/drawing/2016/SVG/main" r:embed="rId4"/>
                </a:ext>
              </a:extLst>
            </a:blip>
            <a:stretch/>
          </p:blipFill>
          <p:spPr>
            <a:xfrm flipH="1" rot="21415800">
              <a:off x="7755480" y="4080240"/>
              <a:ext cx="455400" cy="536040"/>
            </a:xfrm>
            <a:prstGeom prst="rect">
              <a:avLst/>
            </a:prstGeom>
            <a:noFill/>
            <a:ln w="0">
              <a:noFill/>
            </a:ln>
          </p:spPr>
        </p:pic>
        <p:pic>
          <p:nvPicPr>
            <p:cNvPr id="156" name="Graphic 36"/>
            <p:cNvPicPr/>
            <p:nvPr/>
          </p:nvPicPr>
          <p:blipFill>
            <a:blip r:embed="rId5">
              <a:extLst>
                <a:ext uri="{96DAC541-7B7A-43D3-8B79-37D633B846F1}">
                  <asvg:svgBlip xmlns:asvg="http://schemas.microsoft.com/office/drawing/2016/SVG/main" r:embed="rId6"/>
                </a:ext>
              </a:extLst>
            </a:blip>
            <a:stretch/>
          </p:blipFill>
          <p:spPr>
            <a:xfrm flipH="1" rot="21415800">
              <a:off x="7301880" y="3534840"/>
              <a:ext cx="455400" cy="536040"/>
            </a:xfrm>
            <a:prstGeom prst="rect">
              <a:avLst/>
            </a:prstGeom>
            <a:noFill/>
            <a:ln w="0">
              <a:noFill/>
            </a:ln>
          </p:spPr>
        </p:pic>
        <p:pic>
          <p:nvPicPr>
            <p:cNvPr id="157" name="Graphic 37"/>
            <p:cNvPicPr/>
            <p:nvPr/>
          </p:nvPicPr>
          <p:blipFill>
            <a:blip r:embed="rId7">
              <a:extLst>
                <a:ext uri="{96DAC541-7B7A-43D3-8B79-37D633B846F1}">
                  <asvg:svgBlip xmlns:asvg="http://schemas.microsoft.com/office/drawing/2016/SVG/main" r:embed="rId8"/>
                </a:ext>
              </a:extLst>
            </a:blip>
            <a:stretch/>
          </p:blipFill>
          <p:spPr>
            <a:xfrm flipH="1" rot="21415800">
              <a:off x="6935400" y="2921760"/>
              <a:ext cx="455400" cy="536040"/>
            </a:xfrm>
            <a:prstGeom prst="rect">
              <a:avLst/>
            </a:prstGeom>
            <a:noFill/>
            <a:ln w="0">
              <a:noFill/>
            </a:ln>
          </p:spPr>
        </p:pic>
        <p:pic>
          <p:nvPicPr>
            <p:cNvPr id="158" name="Graphic 38"/>
            <p:cNvPicPr/>
            <p:nvPr/>
          </p:nvPicPr>
          <p:blipFill>
            <a:blip r:embed="rId9">
              <a:extLst>
                <a:ext uri="{96DAC541-7B7A-43D3-8B79-37D633B846F1}">
                  <asvg:svgBlip xmlns:asvg="http://schemas.microsoft.com/office/drawing/2016/SVG/main" r:embed="rId10"/>
                </a:ext>
              </a:extLst>
            </a:blip>
            <a:stretch/>
          </p:blipFill>
          <p:spPr>
            <a:xfrm flipH="1" rot="21415800">
              <a:off x="6514920" y="2488320"/>
              <a:ext cx="455400" cy="536040"/>
            </a:xfrm>
            <a:prstGeom prst="rect">
              <a:avLst/>
            </a:prstGeom>
            <a:noFill/>
            <a:ln w="0">
              <a:noFill/>
            </a:ln>
          </p:spPr>
        </p:pic>
        <p:pic>
          <p:nvPicPr>
            <p:cNvPr id="159" name="Graphic 39"/>
            <p:cNvPicPr/>
            <p:nvPr/>
          </p:nvPicPr>
          <p:blipFill>
            <a:blip r:embed="rId11">
              <a:extLst>
                <a:ext uri="{96DAC541-7B7A-43D3-8B79-37D633B846F1}">
                  <asvg:svgBlip xmlns:asvg="http://schemas.microsoft.com/office/drawing/2016/SVG/main" r:embed="rId12"/>
                </a:ext>
              </a:extLst>
            </a:blip>
            <a:stretch/>
          </p:blipFill>
          <p:spPr>
            <a:xfrm flipH="1" rot="21415800">
              <a:off x="6112080" y="1973880"/>
              <a:ext cx="455400" cy="536040"/>
            </a:xfrm>
            <a:prstGeom prst="rect">
              <a:avLst/>
            </a:prstGeom>
            <a:noFill/>
            <a:ln w="0">
              <a:noFill/>
            </a:ln>
          </p:spPr>
        </p:pic>
        <p:pic>
          <p:nvPicPr>
            <p:cNvPr id="160" name="Graphic 40"/>
            <p:cNvPicPr/>
            <p:nvPr/>
          </p:nvPicPr>
          <p:blipFill>
            <a:blip r:embed="rId13">
              <a:extLst>
                <a:ext uri="{96DAC541-7B7A-43D3-8B79-37D633B846F1}">
                  <asvg:svgBlip xmlns:asvg="http://schemas.microsoft.com/office/drawing/2016/SVG/main" r:embed="rId14"/>
                </a:ext>
              </a:extLst>
            </a:blip>
            <a:stretch/>
          </p:blipFill>
          <p:spPr>
            <a:xfrm flipH="1" rot="21415800">
              <a:off x="5698080" y="1442520"/>
              <a:ext cx="455400" cy="536040"/>
            </a:xfrm>
            <a:prstGeom prst="rect">
              <a:avLst/>
            </a:prstGeom>
            <a:noFill/>
            <a:ln w="0">
              <a:noFill/>
            </a:ln>
          </p:spPr>
        </p:pic>
        <p:sp>
          <p:nvSpPr>
            <p:cNvPr id="161" name="TextBox 13"/>
            <p:cNvSpPr/>
            <p:nvPr/>
          </p:nvSpPr>
          <p:spPr>
            <a:xfrm>
              <a:off x="2562120" y="2494800"/>
              <a:ext cx="4003920" cy="506520"/>
            </a:xfrm>
            <a:prstGeom prst="rect">
              <a:avLst/>
            </a:prstGeom>
            <a:solidFill>
              <a:schemeClr val="tx1">
                <a:lumMod val="75000"/>
                <a:lumOff val="25000"/>
              </a:schemeClr>
            </a:solidFill>
            <a:ln w="19050">
              <a:solidFill>
                <a:srgbClr val="FFC000"/>
              </a:solidFill>
            </a:ln>
          </p:spPr>
          <p:style>
            <a:lnRef idx="1">
              <a:schemeClr val="accent2"/>
            </a:lnRef>
            <a:fillRef idx="2">
              <a:schemeClr val="accent2"/>
            </a:fillRef>
            <a:effectRef idx="1">
              <a:schemeClr val="accent2"/>
            </a:effectRef>
            <a:fontRef idx="minor"/>
          </p:style>
          <p:txBody>
            <a:bodyPr lIns="90000" tIns="45000" rIns="90000" bIns="45000" anchor="t">
              <a:spAutoFit/>
            </a:bodyPr>
            <a:p>
              <a:pPr marL="430200" indent="-343080" defTabSz="457200">
                <a:lnSpc>
                  <a:spcPct val="150000"/>
                </a:lnSpc>
                <a:buClr>
                  <a:srgbClr val="FFFFFF"/>
                </a:buClr>
                <a:buFont typeface="Arial"/>
                <a:buChar char="•"/>
                <a:tabLst>
                  <a:tab pos="444600" algn="l"/>
                </a:tabLst>
              </a:pPr>
              <a:r>
                <a:rPr lang="en-US" sz="2040" b="1" u="none" strike="noStrike">
                  <a:solidFill>
                    <a:srgbClr val="FFFFFF"/>
                  </a:solidFill>
                  <a:effectLst/>
                  <a:uFillTx/>
                  <a:latin typeface="Times New Roman"/>
                  <a:ea typeface="Calibri"/>
                </a:rPr>
                <a:t>Literature Survey</a:t>
              </a:r>
              <a:endParaRPr lang="en-US" sz="2040" b="0" u="none" strike="noStrike">
                <a:solidFill>
                  <a:srgbClr val="FFFFFF"/>
                </a:solidFill>
                <a:effectLst/>
                <a:uFillTx/>
                <a:latin typeface="Arial"/>
              </a:endParaRPr>
            </a:p>
          </p:txBody>
        </p:sp>
      </p:grpSp>
      <p:graphicFrame>
        <p:nvGraphicFramePr>
          <p:cNvPr id="162" name="Diagram1"/>
          <p:cNvGraphicFramePr/>
          <p:nvPr>
            <p:extLst>
              <p:ext uri="{D42A27DB-BD31-4B8C-83A1-F6EECF244321}">
                <p14:modId xmlns:p14="http://schemas.microsoft.com/office/powerpoint/2010/main" val="88817199"/>
              </p:ext>
            </p:extLst>
          </p:nvPr>
        </p:nvGraphicFramePr>
        <p:xfrm>
          <a:off x="41400" y="115560"/>
          <a:ext cx="1474200" cy="942120"/>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pic>
        <p:nvPicPr>
          <p:cNvPr id="163" name="Picture 9"/>
          <p:cNvPicPr/>
          <p:nvPr/>
        </p:nvPicPr>
        <p:blipFill>
          <a:blip r:embed="rId19"/>
          <a:stretch/>
        </p:blipFill>
        <p:spPr>
          <a:xfrm>
            <a:off x="10249560" y="0"/>
            <a:ext cx="1900800" cy="62208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TextBox 4"/>
          <p:cNvSpPr/>
          <p:nvPr/>
        </p:nvSpPr>
        <p:spPr>
          <a:xfrm>
            <a:off x="3992040" y="482400"/>
            <a:ext cx="6095520" cy="6458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3600" b="1" u="none" strike="noStrike">
                <a:solidFill>
                  <a:schemeClr val="dk1"/>
                </a:solidFill>
                <a:effectLst/>
                <a:uFillTx/>
                <a:latin typeface="Aptos"/>
              </a:rPr>
              <a:t>Problem Statement</a:t>
            </a:r>
            <a:endParaRPr lang="en-US" sz="3600" b="0" u="none" strike="noStrike">
              <a:solidFill>
                <a:srgbClr val="000000"/>
              </a:solidFill>
              <a:effectLst/>
              <a:uFillTx/>
              <a:latin typeface="Arial"/>
            </a:endParaRPr>
          </a:p>
        </p:txBody>
      </p:sp>
      <p:pic>
        <p:nvPicPr>
          <p:cNvPr id="165" name="Picture 2"/>
          <p:cNvPicPr/>
          <p:nvPr/>
        </p:nvPicPr>
        <p:blipFill>
          <a:blip r:embed="rId1"/>
          <a:stretch/>
        </p:blipFill>
        <p:spPr>
          <a:xfrm>
            <a:off x="10249560" y="0"/>
            <a:ext cx="1942200" cy="622080"/>
          </a:xfrm>
          <a:prstGeom prst="rect">
            <a:avLst/>
          </a:prstGeom>
          <a:noFill/>
          <a:ln w="0">
            <a:noFill/>
          </a:ln>
        </p:spPr>
      </p:pic>
      <p:sp>
        <p:nvSpPr>
          <p:cNvPr id="166" name="TextBox 5"/>
          <p:cNvSpPr/>
          <p:nvPr/>
        </p:nvSpPr>
        <p:spPr>
          <a:xfrm>
            <a:off x="822960" y="1554480"/>
            <a:ext cx="10515240" cy="4581000"/>
          </a:xfrm>
          <a:prstGeom prst="rect">
            <a:avLst/>
          </a:prstGeom>
          <a:noFill/>
          <a:ln w="0">
            <a:noFill/>
          </a:ln>
        </p:spPr>
        <p:style>
          <a:lnRef idx="0"/>
          <a:fillRef idx="0"/>
          <a:effectRef idx="0"/>
          <a:fontRef idx="minor"/>
        </p:style>
        <p:txBody>
          <a:bodyPr lIns="90000" tIns="45000" rIns="90000" bIns="45000" anchor="t">
            <a:spAutoFit/>
          </a:bodyPr>
          <a:p>
            <a:pPr marL="228600" indent="-228600" defTabSz="914400">
              <a:lnSpc>
                <a:spcPct val="100000"/>
              </a:lnSpc>
              <a:spcBef>
                <a:spcPts val="1191"/>
              </a:spcBef>
              <a:spcAft>
                <a:spcPts val="992"/>
              </a:spcAft>
              <a:buClr>
                <a:srgbClr val="1F2A1D"/>
              </a:buClr>
              <a:buFont typeface="Arial"/>
              <a:buChar char="•"/>
            </a:pPr>
            <a:r>
              <a:rPr lang="en-US" sz="2000" b="0" u="none" strike="noStrike">
                <a:solidFill>
                  <a:srgbClr val="1F2A1D"/>
                </a:solidFill>
                <a:effectLst/>
                <a:uFillTx/>
                <a:latin typeface="Times New Roman"/>
              </a:rPr>
              <a:t>Rural communities face significant challenges in accessing essential services, resources, and timely information due to limited infrastructure, connectivity, and availability of organized support systems. </a:t>
            </a:r>
            <a:endParaRPr lang="en-US" sz="20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2000" b="0" u="none" strike="noStrike">
                <a:solidFill>
                  <a:srgbClr val="1F2A1D"/>
                </a:solidFill>
                <a:effectLst/>
                <a:uFillTx/>
                <a:latin typeface="Times New Roman"/>
              </a:rPr>
              <a:t>Existing rural service and resource-distribution processes are often fragmented, manual, and difficult to coordinate, making it challenging for people to identify and access the right resources when they are needed. </a:t>
            </a:r>
            <a:endParaRPr lang="en-US" sz="20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2000" b="0" u="none" strike="noStrike">
                <a:solidFill>
                  <a:srgbClr val="1F2A1D"/>
                </a:solidFill>
                <a:effectLst/>
                <a:uFillTx/>
                <a:latin typeface="Times New Roman"/>
              </a:rPr>
              <a:t>The lack of a centralized and intelligent platform results in delayed assistance, inefficient utilization of available resources, and limited coordination between rural communities, service providers, and supporting organizations. </a:t>
            </a:r>
            <a:endParaRPr lang="en-US" sz="20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2000" b="0" u="none" strike="noStrike">
                <a:solidFill>
                  <a:srgbClr val="1F2A1D"/>
                </a:solidFill>
                <a:effectLst/>
                <a:uFillTx/>
                <a:latin typeface="Times New Roman"/>
              </a:rPr>
              <a:t>There is a need for a scalable digital platform that enables real-time resource discovery, intelligent matching, transparent coordination, and efficient delivery of essential services to underserved rural communities.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TextBox 4"/>
          <p:cNvSpPr/>
          <p:nvPr/>
        </p:nvSpPr>
        <p:spPr>
          <a:xfrm>
            <a:off x="3048120" y="469080"/>
            <a:ext cx="609552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3600" b="1" u="none" strike="noStrike">
                <a:solidFill>
                  <a:schemeClr val="dk1"/>
                </a:solidFill>
                <a:effectLst/>
                <a:uFillTx/>
                <a:latin typeface="Aptos"/>
              </a:rPr>
              <a:t>Objectives</a:t>
            </a:r>
            <a:endParaRPr lang="en-US" sz="3600" b="0" u="none" strike="noStrike">
              <a:solidFill>
                <a:srgbClr val="000000"/>
              </a:solidFill>
              <a:effectLst/>
              <a:uFillTx/>
              <a:latin typeface="Arial"/>
            </a:endParaRPr>
          </a:p>
        </p:txBody>
      </p:sp>
      <p:pic>
        <p:nvPicPr>
          <p:cNvPr id="168" name="Picture 2"/>
          <p:cNvPicPr/>
          <p:nvPr/>
        </p:nvPicPr>
        <p:blipFill>
          <a:blip r:embed="rId1"/>
          <a:stretch/>
        </p:blipFill>
        <p:spPr>
          <a:xfrm>
            <a:off x="10249560" y="0"/>
            <a:ext cx="1942200" cy="622080"/>
          </a:xfrm>
          <a:prstGeom prst="rect">
            <a:avLst/>
          </a:prstGeom>
          <a:noFill/>
          <a:ln w="0">
            <a:noFill/>
          </a:ln>
        </p:spPr>
      </p:pic>
      <p:sp>
        <p:nvSpPr>
          <p:cNvPr id="169" name="TextBox 5"/>
          <p:cNvSpPr/>
          <p:nvPr/>
        </p:nvSpPr>
        <p:spPr>
          <a:xfrm>
            <a:off x="822960" y="1463040"/>
            <a:ext cx="10515240" cy="4093560"/>
          </a:xfrm>
          <a:prstGeom prst="rect">
            <a:avLst/>
          </a:prstGeom>
          <a:noFill/>
          <a:ln w="0">
            <a:noFill/>
          </a:ln>
        </p:spPr>
        <p:style>
          <a:lnRef idx="0"/>
          <a:fillRef idx="0"/>
          <a:effectRef idx="0"/>
          <a:fontRef idx="minor"/>
        </p:style>
        <p:txBody>
          <a:bodyPr lIns="90000" tIns="45000" rIns="90000" bIns="45000" anchor="t">
            <a:spAutoFit/>
          </a:bodyPr>
          <a:p>
            <a:pPr marL="228600" indent="-228600" defTabSz="914400">
              <a:lnSpc>
                <a:spcPct val="100000"/>
              </a:lnSpc>
              <a:spcBef>
                <a:spcPts val="1191"/>
              </a:spcBef>
              <a:spcAft>
                <a:spcPts val="992"/>
              </a:spcAft>
              <a:buClr>
                <a:srgbClr val="1F2A1D"/>
              </a:buClr>
              <a:buFont typeface="Arial"/>
              <a:buChar char="•"/>
            </a:pPr>
            <a:r>
              <a:rPr lang="en-US" sz="1900" b="0" u="none" strike="noStrike">
                <a:solidFill>
                  <a:srgbClr val="1F2A1D"/>
                </a:solidFill>
                <a:effectLst/>
                <a:uFillTx/>
                <a:latin typeface="Times New Roman"/>
              </a:rPr>
              <a:t>Develop a digital platform to improve access to essential services, resources, and information for people living in rural communities. </a:t>
            </a:r>
            <a:endParaRPr lang="en-US" sz="19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1900" b="0" u="none" strike="noStrike">
                <a:solidFill>
                  <a:srgbClr val="1F2A1D"/>
                </a:solidFill>
                <a:effectLst/>
                <a:uFillTx/>
                <a:latin typeface="Times New Roman"/>
              </a:rPr>
              <a:t>Connect rural users with relevant service providers, government schemes, local organizations, and available resources through a centralized platform. </a:t>
            </a:r>
            <a:endParaRPr lang="en-US" sz="19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1900" b="0" u="none" strike="noStrike">
                <a:solidFill>
                  <a:srgbClr val="1F2A1D"/>
                </a:solidFill>
                <a:effectLst/>
                <a:uFillTx/>
                <a:latin typeface="Times New Roman"/>
              </a:rPr>
              <a:t>Use intelligent recommendation and matching mechanisms to identify suitable services and resources based on the user's needs, location, and eligibility. </a:t>
            </a:r>
            <a:endParaRPr lang="en-US" sz="19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1900" b="0" u="none" strike="noStrike">
                <a:solidFill>
                  <a:srgbClr val="1F2A1D"/>
                </a:solidFill>
                <a:effectLst/>
                <a:uFillTx/>
                <a:latin typeface="Times New Roman"/>
              </a:rPr>
              <a:t>Reduce delays, information gaps, and dependency on manual processes by providing real-time updates, notifications, and transparent access to available support. </a:t>
            </a:r>
            <a:endParaRPr lang="en-US" sz="19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1900" b="0" u="none" strike="noStrike">
                <a:solidFill>
                  <a:srgbClr val="1F2A1D"/>
                </a:solidFill>
                <a:effectLst/>
                <a:uFillTx/>
                <a:latin typeface="Times New Roman"/>
              </a:rPr>
              <a:t>Provide data-driven insights and analytics to help organizations and authorities identify rural needs, monitor service utilization, and improve resource allocation.</a:t>
            </a: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TextBox 1"/>
          <p:cNvSpPr/>
          <p:nvPr/>
        </p:nvSpPr>
        <p:spPr>
          <a:xfrm>
            <a:off x="4560480" y="136440"/>
            <a:ext cx="3070440" cy="5227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IN" sz="2800" b="1" u="none" strike="noStrike">
                <a:solidFill>
                  <a:srgbClr val="0064C8"/>
                </a:solidFill>
                <a:effectLst/>
                <a:uFillTx/>
                <a:latin typeface="Times New Roman"/>
                <a:ea typeface="Cambria"/>
              </a:rPr>
              <a:t>Literature Survey</a:t>
            </a:r>
            <a:endParaRPr lang="en-US" sz="2800" b="0" u="none" strike="noStrike">
              <a:solidFill>
                <a:srgbClr val="000000"/>
              </a:solidFill>
              <a:effectLst/>
              <a:uFillTx/>
              <a:latin typeface="Arial"/>
            </a:endParaRPr>
          </a:p>
        </p:txBody>
      </p:sp>
      <p:sp>
        <p:nvSpPr>
          <p:cNvPr id="171" name="PlaceHolder 1"/>
          <p:cNvSpPr>
            <a:spLocks noGrp="1"/>
          </p:cNvSpPr>
          <p:nvPr>
            <p:ph type="dt" idx="75"/>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Aptos"/>
            </a:endParaRPr>
          </a:p>
        </p:txBody>
      </p:sp>
      <p:sp>
        <p:nvSpPr>
          <p:cNvPr id="172" name="PlaceHolder 2"/>
          <p:cNvSpPr>
            <a:spLocks noGrp="1"/>
          </p:cNvSpPr>
          <p:nvPr>
            <p:ph type="ftr" idx="76"/>
          </p:nvPr>
        </p:nvSpPr>
        <p:spPr>
          <a:xfrm>
            <a:off x="4038480" y="6356520"/>
            <a:ext cx="41144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82000"/>
                </a:schemeClr>
              </a:solidFill>
              <a:effectLst/>
              <a:uFillTx/>
              <a:latin typeface="Aptos"/>
            </a:endParaRPr>
          </a:p>
        </p:txBody>
      </p:sp>
      <p:pic>
        <p:nvPicPr>
          <p:cNvPr id="173" name="Picture 5"/>
          <p:cNvPicPr/>
          <p:nvPr/>
        </p:nvPicPr>
        <p:blipFill>
          <a:blip r:embed="rId1"/>
          <a:stretch/>
        </p:blipFill>
        <p:spPr>
          <a:xfrm>
            <a:off x="10249560" y="0"/>
            <a:ext cx="1942200" cy="622080"/>
          </a:xfrm>
          <a:prstGeom prst="rect">
            <a:avLst/>
          </a:prstGeom>
          <a:noFill/>
          <a:ln w="0">
            <a:noFill/>
          </a:ln>
        </p:spPr>
      </p:pic>
      <p:pic>
        <p:nvPicPr>
          <p:cNvPr id="174" name=""/>
          <p:cNvPicPr/>
          <p:nvPr/>
        </p:nvPicPr>
        <p:blipFill>
          <a:blip r:embed="rId2"/>
          <a:stretch/>
        </p:blipFill>
        <p:spPr>
          <a:xfrm>
            <a:off x="685800" y="914400"/>
            <a:ext cx="10744200" cy="5257800"/>
          </a:xfrm>
          <a:prstGeom prst="rect">
            <a:avLst/>
          </a:prstGeom>
          <a:noFill/>
          <a:ln w="0">
            <a:noFill/>
          </a:ln>
        </p:spPr>
      </p:pic>
      <p:sp>
        <p:nvSpPr>
          <p:cNvPr id="4" name="PlaceHolder 3"/>
          <p:cNvSpPr>
            <a:spLocks noGrp="1"/>
          </p:cNvSpPr>
          <p:nvPr>
            <p:ph type="sldNum" idx="27"/>
          </p:nvPr>
        </p:nvSpPr>
        <p:spPr/>
        <p:txBody>
          <a:bodyPr/>
          <a:p>
            <a:fld id="{6FB799BF-53A9-483B-8A0A-3413C8EE428F}"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TextBox 4"/>
          <p:cNvSpPr/>
          <p:nvPr/>
        </p:nvSpPr>
        <p:spPr>
          <a:xfrm>
            <a:off x="3048120" y="600120"/>
            <a:ext cx="609552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3600" b="1" u="none" strike="noStrike">
                <a:solidFill>
                  <a:schemeClr val="dk1"/>
                </a:solidFill>
                <a:effectLst/>
                <a:uFillTx/>
                <a:latin typeface="Aptos"/>
              </a:rPr>
              <a:t>Problem Gap Identification</a:t>
            </a:r>
            <a:endParaRPr lang="en-US" sz="3600" b="0" u="none" strike="noStrike">
              <a:solidFill>
                <a:srgbClr val="000000"/>
              </a:solidFill>
              <a:effectLst/>
              <a:uFillTx/>
              <a:latin typeface="Arial"/>
            </a:endParaRPr>
          </a:p>
        </p:txBody>
      </p:sp>
      <p:pic>
        <p:nvPicPr>
          <p:cNvPr id="176" name="Picture 2"/>
          <p:cNvPicPr/>
          <p:nvPr/>
        </p:nvPicPr>
        <p:blipFill>
          <a:blip r:embed="rId1"/>
          <a:stretch/>
        </p:blipFill>
        <p:spPr>
          <a:xfrm>
            <a:off x="10249560" y="0"/>
            <a:ext cx="1942200" cy="622080"/>
          </a:xfrm>
          <a:prstGeom prst="rect">
            <a:avLst/>
          </a:prstGeom>
          <a:noFill/>
          <a:ln w="0">
            <a:noFill/>
          </a:ln>
        </p:spPr>
      </p:pic>
      <p:sp>
        <p:nvSpPr>
          <p:cNvPr id="177" name="TextBox 5"/>
          <p:cNvSpPr/>
          <p:nvPr/>
        </p:nvSpPr>
        <p:spPr>
          <a:xfrm>
            <a:off x="914760" y="1371600"/>
            <a:ext cx="10515240" cy="4672440"/>
          </a:xfrm>
          <a:prstGeom prst="rect">
            <a:avLst/>
          </a:prstGeom>
          <a:noFill/>
          <a:ln w="0">
            <a:noFill/>
          </a:ln>
        </p:spPr>
        <p:style>
          <a:lnRef idx="0"/>
          <a:fillRef idx="0"/>
          <a:effectRef idx="0"/>
          <a:fontRef idx="minor"/>
        </p:style>
        <p:txBody>
          <a:bodyPr lIns="90000" tIns="45000" rIns="90000" bIns="45000" anchor="t">
            <a:spAutoFit/>
          </a:bodyPr>
          <a:p>
            <a:pPr marL="228600" indent="-228600" defTabSz="914400">
              <a:lnSpc>
                <a:spcPct val="100000"/>
              </a:lnSpc>
              <a:spcBef>
                <a:spcPts val="1191"/>
              </a:spcBef>
              <a:spcAft>
                <a:spcPts val="992"/>
              </a:spcAft>
              <a:buClr>
                <a:srgbClr val="1F2A1D"/>
              </a:buClr>
              <a:buFont typeface="Arial"/>
              <a:buChar char="•"/>
            </a:pPr>
            <a:r>
              <a:rPr lang="en-US" sz="1900" b="0" u="none" strike="noStrike">
                <a:solidFill>
                  <a:srgbClr val="1F2A1D"/>
                </a:solidFill>
                <a:effectLst/>
                <a:uFillTx/>
                <a:latin typeface="Times New Roman"/>
              </a:rPr>
              <a:t>Existing rural service platforms mainly provide basic information or individual services; they do not integrate service discovery, intelligent recommendations, real-time updates, and resource coordination within a single platform. </a:t>
            </a:r>
            <a:endParaRPr lang="en-US" sz="19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1900" b="0" u="none" strike="noStrike">
                <a:solidFill>
                  <a:srgbClr val="1F2A1D"/>
                </a:solidFill>
                <a:effectLst/>
                <a:uFillTx/>
                <a:latin typeface="Times New Roman"/>
              </a:rPr>
              <a:t>Most existing systems rely on manual searching and user-driven interaction rather than using AI-based matching to identify the most suitable services or resources according to user needs, location, and eligibility. </a:t>
            </a:r>
            <a:endParaRPr lang="en-US" sz="19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1900" b="0" u="none" strike="noStrike">
                <a:solidFill>
                  <a:srgbClr val="1F2A1D"/>
                </a:solidFill>
                <a:effectLst/>
                <a:uFillTx/>
                <a:latin typeface="Times New Roman"/>
              </a:rPr>
              <a:t>Limited real-time data integration makes it difficult for rural users to receive updated information about service availability, government schemes, local resources, and support programs. </a:t>
            </a:r>
            <a:endParaRPr lang="en-US" sz="19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1900" b="0" u="none" strike="noStrike">
                <a:solidFill>
                  <a:srgbClr val="1F2A1D"/>
                </a:solidFill>
                <a:effectLst/>
                <a:uFillTx/>
                <a:latin typeface="Times New Roman"/>
              </a:rPr>
              <a:t>Existing solutions provide limited data-driven insights for organizations and authorities to understand changing rural needs, identify service gaps, and optimize the allocation of available resources. </a:t>
            </a:r>
            <a:endParaRPr lang="en-US" sz="19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1900" b="0" u="none" strike="noStrike">
                <a:solidFill>
                  <a:srgbClr val="1F2A1D"/>
                </a:solidFill>
                <a:effectLst/>
                <a:uFillTx/>
                <a:latin typeface="Times New Roman"/>
              </a:rPr>
              <a:t>Therefore, a unified AI-enabled platform is required to connect rural communities with relevant services and resources while improving accessibility, personalization, coordination, and decision-making.</a:t>
            </a:r>
            <a:endParaRPr lang="en-US" sz="1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TextBox 4"/>
          <p:cNvSpPr/>
          <p:nvPr/>
        </p:nvSpPr>
        <p:spPr>
          <a:xfrm>
            <a:off x="1908000" y="567360"/>
            <a:ext cx="840564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3600" b="1" u="none" strike="noStrike">
                <a:solidFill>
                  <a:schemeClr val="dk1"/>
                </a:solidFill>
                <a:effectLst/>
                <a:uFillTx/>
                <a:latin typeface="Aptos"/>
              </a:rPr>
              <a:t>Innovation, Creativity, and Novelty</a:t>
            </a:r>
            <a:endParaRPr lang="en-US" sz="3600" b="0" u="none" strike="noStrike">
              <a:solidFill>
                <a:srgbClr val="000000"/>
              </a:solidFill>
              <a:effectLst/>
              <a:uFillTx/>
              <a:latin typeface="Arial"/>
            </a:endParaRPr>
          </a:p>
        </p:txBody>
      </p:sp>
      <p:pic>
        <p:nvPicPr>
          <p:cNvPr id="179" name="Picture 2"/>
          <p:cNvPicPr/>
          <p:nvPr/>
        </p:nvPicPr>
        <p:blipFill>
          <a:blip r:embed="rId1"/>
          <a:stretch/>
        </p:blipFill>
        <p:spPr>
          <a:xfrm>
            <a:off x="10249560" y="0"/>
            <a:ext cx="1942200" cy="622080"/>
          </a:xfrm>
          <a:prstGeom prst="rect">
            <a:avLst/>
          </a:prstGeom>
          <a:noFill/>
          <a:ln w="0">
            <a:noFill/>
          </a:ln>
        </p:spPr>
      </p:pic>
      <p:sp>
        <p:nvSpPr>
          <p:cNvPr id="180" name="TextBox 5"/>
          <p:cNvSpPr/>
          <p:nvPr/>
        </p:nvSpPr>
        <p:spPr>
          <a:xfrm>
            <a:off x="640080" y="1828800"/>
            <a:ext cx="10972440" cy="4216680"/>
          </a:xfrm>
          <a:prstGeom prst="rect">
            <a:avLst/>
          </a:prstGeom>
          <a:noFill/>
          <a:ln w="0">
            <a:noFill/>
          </a:ln>
        </p:spPr>
        <p:style>
          <a:lnRef idx="0"/>
          <a:fillRef idx="0"/>
          <a:effectRef idx="0"/>
          <a:fontRef idx="minor"/>
        </p:style>
        <p:txBody>
          <a:bodyPr lIns="90000" tIns="45000" rIns="90000" bIns="45000" anchor="t">
            <a:spAutoFit/>
          </a:bodyPr>
          <a:p>
            <a:pPr marL="228600" indent="-228600" defTabSz="914400">
              <a:lnSpc>
                <a:spcPct val="100000"/>
              </a:lnSpc>
              <a:spcBef>
                <a:spcPts val="1191"/>
              </a:spcBef>
              <a:spcAft>
                <a:spcPts val="992"/>
              </a:spcAft>
              <a:buClr>
                <a:srgbClr val="1F2A1D"/>
              </a:buClr>
              <a:buFont typeface="Arial"/>
              <a:buChar char="•"/>
            </a:pPr>
            <a:r>
              <a:rPr lang="en-US" sz="1800" b="0" u="none" strike="noStrike">
                <a:solidFill>
                  <a:srgbClr val="1F2A1D"/>
                </a:solidFill>
                <a:effectLst/>
                <a:uFillTx/>
                <a:latin typeface="Times New Roman"/>
              </a:rPr>
              <a:t>Uses AI-based recommendations to identify the most suitable government schemes, welfare services, healthcare, education, employment, and other resources according to each user's needs, location, and eligibility. </a:t>
            </a:r>
            <a:endParaRPr lang="en-US" sz="18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1800" b="0" u="none" strike="noStrike">
                <a:solidFill>
                  <a:srgbClr val="1F2A1D"/>
                </a:solidFill>
                <a:effectLst/>
                <a:uFillTx/>
                <a:latin typeface="Times New Roman"/>
              </a:rPr>
              <a:t>Provides intelligent matching between rural users and relevant service providers or resources by considering factors such as distance, availability, requirements, and priority rather than relying only on basic keyword-based searches. </a:t>
            </a:r>
            <a:endParaRPr lang="en-US" sz="18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1800" b="0" u="none" strike="noStrike">
                <a:solidFill>
                  <a:srgbClr val="1F2A1D"/>
                </a:solidFill>
                <a:effectLst/>
                <a:uFillTx/>
                <a:latin typeface="Times New Roman"/>
              </a:rPr>
              <a:t>Introduces real-time updates and automated notifications for service availability, scheme changes, application status, important announcements, and location-specific opportunities. </a:t>
            </a:r>
            <a:endParaRPr lang="en-US" sz="18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1800" b="0" u="none" strike="noStrike">
                <a:solidFill>
                  <a:srgbClr val="1F2A1D"/>
                </a:solidFill>
                <a:effectLst/>
                <a:uFillTx/>
                <a:latin typeface="Times New Roman"/>
              </a:rPr>
              <a:t>Generates data-driven insights from rural service requests and platform activity to identify underserved communities, recurring needs, resource demand, and gaps in service delivery. </a:t>
            </a:r>
            <a:endParaRPr lang="en-US" sz="1800" b="0" u="none" strike="noStrike">
              <a:solidFill>
                <a:srgbClr val="000000"/>
              </a:solidFill>
              <a:effectLst/>
              <a:uFillTx/>
              <a:latin typeface="Arial"/>
            </a:endParaRPr>
          </a:p>
          <a:p>
            <a:pPr marL="228600" indent="-228600" defTabSz="914400">
              <a:lnSpc>
                <a:spcPct val="100000"/>
              </a:lnSpc>
              <a:spcBef>
                <a:spcPts val="1191"/>
              </a:spcBef>
              <a:spcAft>
                <a:spcPts val="992"/>
              </a:spcAft>
              <a:buClr>
                <a:srgbClr val="1F2A1D"/>
              </a:buClr>
              <a:buFont typeface="Arial"/>
              <a:buChar char="•"/>
            </a:pPr>
            <a:r>
              <a:rPr lang="en-US" sz="1800" b="0" u="none" strike="noStrike">
                <a:solidFill>
                  <a:srgbClr val="1F2A1D"/>
                </a:solidFill>
                <a:effectLst/>
                <a:uFillTx/>
                <a:latin typeface="Times New Roman"/>
              </a:rPr>
              <a:t>Combines service discovery, AI recommendations, real-time information, coordination, and analytics in one integrated platform, providing a more comprehensive solution than isolated rural service applications.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TextBox 4"/>
          <p:cNvSpPr/>
          <p:nvPr/>
        </p:nvSpPr>
        <p:spPr>
          <a:xfrm>
            <a:off x="2367720" y="228600"/>
            <a:ext cx="7233480" cy="7074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n-US" sz="4000" b="1" u="none" strike="noStrike">
                <a:solidFill>
                  <a:schemeClr val="dk1"/>
                </a:solidFill>
                <a:effectLst/>
                <a:uFillTx/>
                <a:latin typeface="Aptos"/>
              </a:rPr>
              <a:t>Feasibility and Project Plan</a:t>
            </a:r>
            <a:endParaRPr lang="en-US" sz="4000" b="0" u="none" strike="noStrike">
              <a:solidFill>
                <a:srgbClr val="000000"/>
              </a:solidFill>
              <a:effectLst/>
              <a:uFillTx/>
              <a:latin typeface="Arial"/>
            </a:endParaRPr>
          </a:p>
        </p:txBody>
      </p:sp>
      <p:sp>
        <p:nvSpPr>
          <p:cNvPr id="182" name="TextBox 1"/>
          <p:cNvSpPr/>
          <p:nvPr/>
        </p:nvSpPr>
        <p:spPr>
          <a:xfrm>
            <a:off x="1381320" y="1743840"/>
            <a:ext cx="10115640" cy="499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endParaRPr lang="en-US" sz="1800" b="0" u="none" strike="noStrike">
              <a:solidFill>
                <a:srgbClr val="000000"/>
              </a:solidFill>
              <a:effectLst/>
              <a:uFillTx/>
              <a:latin typeface="Arial"/>
            </a:endParaRPr>
          </a:p>
        </p:txBody>
      </p:sp>
      <p:pic>
        <p:nvPicPr>
          <p:cNvPr id="183" name="Picture 3"/>
          <p:cNvPicPr/>
          <p:nvPr/>
        </p:nvPicPr>
        <p:blipFill>
          <a:blip r:embed="rId1"/>
          <a:stretch/>
        </p:blipFill>
        <p:spPr>
          <a:xfrm>
            <a:off x="10249560" y="0"/>
            <a:ext cx="1942200" cy="622080"/>
          </a:xfrm>
          <a:prstGeom prst="rect">
            <a:avLst/>
          </a:prstGeom>
          <a:noFill/>
          <a:ln w="0">
            <a:noFill/>
          </a:ln>
        </p:spPr>
      </p:pic>
      <p:sp>
        <p:nvSpPr>
          <p:cNvPr id="184" name=""/>
          <p:cNvSpPr txBox="1"/>
          <p:nvPr/>
        </p:nvSpPr>
        <p:spPr>
          <a:xfrm>
            <a:off x="457200" y="891000"/>
            <a:ext cx="10515600" cy="6424200"/>
          </a:xfrm>
          <a:prstGeom prst="rect">
            <a:avLst/>
          </a:prstGeom>
          <a:noFill/>
          <a:ln w="0">
            <a:noFill/>
          </a:ln>
        </p:spPr>
        <p:txBody>
          <a:bodyPr lIns="90000" tIns="45000" rIns="90000" bIns="45000" anchor="t">
            <a:spAutoFit/>
          </a:bodyPr>
          <a:p>
            <a:r>
              <a:rPr lang="en-US" sz="1000" b="0" u="none" strike="noStrike">
                <a:solidFill>
                  <a:srgbClr val="000000"/>
                </a:solidFill>
                <a:effectLst/>
                <a:uFillTx/>
                <a:latin typeface="Arial"/>
              </a:rPr>
              <a:t>Technical Feasibility: The proposed rural healthcare platform is technically feasible using a microservices-based architecture with Spring Boot, Spring Cloud Eureka Server, Spring Cloud API Gateway, JWT-based authentication, and Next.js 16. The system is divided into independent services for authentication, users, doctors, appointments, consultations, prescriptions, medicines, pharmacies, reminders, and ambulance services. </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Functional Feasibility: The implemented services support essential healthcare operations such as doctor management, appointment scheduling with slot locking, consultations, immutable prescriptions, medicine reminders, pharmacy stock reservation, and ambulance location-based allocation, providing a complete healthcare service workflow. </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Integration Feasibility: The backend services have been integrated through the Eureka Service Registry and API Gateway, with 11/11 backend modules successfully tested, demonstrating that the individual services can communicate and operate together as an integrated system. </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Security Feasibility: JWT-based authentication and authorization provide secure access to the platform, while service-level separation helps protect user, medical, prescription, and operational data. </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Scalability and Reliability: The microservices architecture allows individual services to be developed, deployed, maintained, and scaled independently. Concurrency controls for appointment slot locking, pharmacy stock reservation, and ambulance allocation help prevent conflicts during simultaneous requests. </a:t>
            </a:r>
            <a:endParaRPr lang="en-US" sz="1000" b="0" u="none" strike="noStrike">
              <a:solidFill>
                <a:srgbClr val="000000"/>
              </a:solidFill>
              <a:effectLst/>
              <a:uFillTx/>
              <a:latin typeface="Arial"/>
            </a:endParaRPr>
          </a:p>
          <a:p>
            <a:r>
              <a:rPr lang="en-US" sz="1200" b="1" u="none" strike="noStrike">
                <a:solidFill>
                  <a:srgbClr val="000000"/>
                </a:solidFill>
                <a:effectLst/>
                <a:uFillTx/>
                <a:latin typeface="Arial"/>
              </a:rPr>
              <a:t>Project Plan</a:t>
            </a:r>
            <a:endParaRPr lang="en-US" sz="1200" b="1" u="none" strike="noStrike">
              <a:solidFill>
                <a:srgbClr val="000000"/>
              </a:solidFill>
              <a:effectLst/>
              <a:uFillTx/>
              <a:latin typeface="Arial"/>
            </a:endParaRPr>
          </a:p>
          <a:p>
            <a:r>
              <a:rPr lang="en-US" sz="1000" b="0" u="none" strike="noStrike">
                <a:solidFill>
                  <a:srgbClr val="000000"/>
                </a:solidFill>
                <a:effectLst/>
                <a:uFillTx/>
                <a:latin typeface="Arial"/>
              </a:rPr>
              <a:t>Phases 1–3: Establish the project foundation, configure the Eureka Server (8761) for service discovery, and implement the Spring Cloud API Gateway (8080). </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Phases 4–6: Develop and verify the Authentication Service with JWT, followed by the User Service and Doctor Service. </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Phases 7–9: Implement the core healthcare workflow through the Appointment Service with slot locking, Consultation Service, and Prescription Service with immutable prescriptions. </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Phases 10–12: Develop the supporting healthcare services including Medicine &amp; Reminders, Pharmacy with stock reservation, and Ambulance with Haversine-based location calculation and concurrency locking. </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Phases 13–14: Complete end-to-end backend integration, achieve 100% test success across all 11 modules, and develop the Next.js 16 client portal for user interaction. </a:t>
            </a:r>
            <a:endParaRPr lang="en-US" sz="1000" b="0" u="none" strike="noStrike">
              <a:solidFill>
                <a:srgbClr val="000000"/>
              </a:solidFill>
              <a:effectLst/>
              <a:uFillTx/>
              <a:latin typeface="Arial"/>
            </a:endParaRPr>
          </a:p>
          <a:p>
            <a:r>
              <a:rPr lang="en-US" sz="1000" b="0" u="none" strike="noStrike">
                <a:solidFill>
                  <a:srgbClr val="000000"/>
                </a:solidFill>
                <a:effectLst/>
                <a:uFillTx/>
                <a:latin typeface="Arial"/>
              </a:rPr>
              <a:t>Final Outcome: Deliver an integrated and scalable rural healthcare platform connecting patients, doctors, pharmacies, and emergency ambulance services through a secure, modular, and reliable system.</a:t>
            </a:r>
            <a:endParaRPr lang="en-US" sz="1000" b="0" u="none" strike="noStrike">
              <a:solidFill>
                <a:srgbClr val="000000"/>
              </a:solidFill>
              <a:effectLst/>
              <a:uFillTx/>
              <a:latin typeface="Arial"/>
            </a:endParaRPr>
          </a:p>
          <a:p>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66</TotalTime>
  <Application>LibreOffice/26.2.5.2$Linux_X86_64 LibreOffice_project/620$Build-2</Application>
  <AppVersion>15.0000</AppVersion>
  <Words>1012</Words>
  <Paragraphs>108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2026-08-08T06:33:56Z</dcterms:created>
  <dc:creator>srikanth ch</dc:creator>
  <dc:description/>
  <dc:language>en-US</dc:language>
  <cp:lastModifiedBy/>
  <dcterms:modified xsi:type="dcterms:W3CDTF">2026-09-10T17:08:57Z</dcterms:modified>
  <cp:revision>35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vt:i4>
  </property>
  <property fmtid="{D5CDD505-2E9C-101B-9397-08002B2CF9AE}" pid="3" name="PresentationFormat">
    <vt:lpwstr>Widescreen</vt:lpwstr>
  </property>
  <property fmtid="{D5CDD505-2E9C-101B-9397-08002B2CF9AE}" pid="4" name="Slides">
    <vt:i4>8</vt:i4>
  </property>
</Properties>
</file>